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32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0" i="0">
                <a:solidFill>
                  <a:srgbClr val="83E3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rgbClr val="83E3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rgbClr val="83E3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rgbClr val="83E3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656996"/>
            <a:ext cx="12015398" cy="30250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0" i="0">
                <a:solidFill>
                  <a:srgbClr val="83E3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2686" y="3822905"/>
            <a:ext cx="15622627" cy="4455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6.png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214" y="2482115"/>
            <a:ext cx="5055820" cy="50541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64363" y="4358001"/>
            <a:ext cx="5848985" cy="1056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75" spc="-89" baseline="-1836" dirty="0"/>
              <a:t>SKILL</a:t>
            </a:r>
            <a:r>
              <a:rPr sz="9075" spc="-622" baseline="-1836" dirty="0"/>
              <a:t> </a:t>
            </a:r>
            <a:r>
              <a:rPr sz="6750" spc="-300" dirty="0">
                <a:solidFill>
                  <a:srgbClr val="FFFFFF"/>
                </a:solidFill>
              </a:rPr>
              <a:t>FORGE</a:t>
            </a:r>
            <a:endParaRPr sz="6750"/>
          </a:p>
        </p:txBody>
      </p:sp>
      <p:sp>
        <p:nvSpPr>
          <p:cNvPr id="5" name="object 5"/>
          <p:cNvSpPr txBox="1"/>
          <p:nvPr/>
        </p:nvSpPr>
        <p:spPr>
          <a:xfrm>
            <a:off x="2070370" y="6119205"/>
            <a:ext cx="876935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60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255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175" dirty="0">
                <a:solidFill>
                  <a:srgbClr val="FFFFFF"/>
                </a:solidFill>
                <a:latin typeface="Trebuchet MS"/>
                <a:cs typeface="Trebuchet MS"/>
              </a:rPr>
              <a:t>DRIVEN</a:t>
            </a:r>
            <a:r>
              <a:rPr sz="255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150" dirty="0">
                <a:solidFill>
                  <a:srgbClr val="FFFFFF"/>
                </a:solidFill>
                <a:latin typeface="Trebuchet MS"/>
                <a:cs typeface="Trebuchet MS"/>
              </a:rPr>
              <a:t>ADAPTIVE</a:t>
            </a:r>
            <a:r>
              <a:rPr sz="255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17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255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26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5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245" dirty="0">
                <a:solidFill>
                  <a:srgbClr val="FFFFFF"/>
                </a:solidFill>
                <a:latin typeface="Trebuchet MS"/>
                <a:cs typeface="Trebuchet MS"/>
              </a:rPr>
              <a:t>EXAM</a:t>
            </a:r>
            <a:r>
              <a:rPr sz="255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165" dirty="0">
                <a:solidFill>
                  <a:srgbClr val="FFFFFF"/>
                </a:solidFill>
                <a:latin typeface="Trebuchet MS"/>
                <a:cs typeface="Trebuchet MS"/>
              </a:rPr>
              <a:t>GENERATOR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69580" y="8276884"/>
            <a:ext cx="3068320" cy="75692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90"/>
              </a:spcBef>
            </a:pPr>
            <a:r>
              <a:rPr sz="2550" spc="200" dirty="0">
                <a:solidFill>
                  <a:srgbClr val="FFFFFF"/>
                </a:solidFill>
                <a:latin typeface="Trebuchet MS"/>
                <a:cs typeface="Trebuchet MS"/>
              </a:rPr>
              <a:t>PRESENTED</a:t>
            </a:r>
            <a:r>
              <a:rPr sz="255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229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255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-25" dirty="0">
                <a:solidFill>
                  <a:srgbClr val="FFFFFF"/>
                </a:solidFill>
                <a:latin typeface="Trebuchet MS"/>
                <a:cs typeface="Trebuchet MS"/>
              </a:rPr>
              <a:t>:- </a:t>
            </a:r>
            <a:r>
              <a:rPr sz="2550" spc="250" dirty="0">
                <a:solidFill>
                  <a:srgbClr val="FFFFFF"/>
                </a:solidFill>
                <a:latin typeface="Trebuchet MS"/>
                <a:cs typeface="Trebuchet MS"/>
              </a:rPr>
              <a:t>SURYANSH</a:t>
            </a:r>
            <a:r>
              <a:rPr sz="25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spc="240" dirty="0">
                <a:solidFill>
                  <a:srgbClr val="FFFFFF"/>
                </a:solidFill>
                <a:latin typeface="Trebuchet MS"/>
                <a:cs typeface="Trebuchet MS"/>
              </a:rPr>
              <a:t>DHAMA</a:t>
            </a:r>
            <a:endParaRPr sz="2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05117"/>
            <a:ext cx="18287999" cy="37216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6235" y="4419915"/>
            <a:ext cx="17374870" cy="1374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885" algn="ctr">
              <a:lnSpc>
                <a:spcPts val="3615"/>
              </a:lnSpc>
              <a:spcBef>
                <a:spcPts val="100"/>
              </a:spcBef>
            </a:pP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SkillForge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Trebuchet MS"/>
                <a:cs typeface="Trebuchet MS"/>
              </a:rPr>
              <a:t>AI-</a:t>
            </a: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powered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platform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35" dirty="0">
                <a:solidFill>
                  <a:srgbClr val="FFFFFF"/>
                </a:solidFill>
                <a:latin typeface="Trebuchet MS"/>
                <a:cs typeface="Trebuchet MS"/>
              </a:rPr>
              <a:t>designed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50" dirty="0">
                <a:solidFill>
                  <a:srgbClr val="FFFFFF"/>
                </a:solidFill>
                <a:latin typeface="Trebuchet MS"/>
                <a:cs typeface="Trebuchet MS"/>
              </a:rPr>
              <a:t>personalize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education.</a:t>
            </a:r>
            <a:endParaRPr sz="3200">
              <a:latin typeface="Trebuchet MS"/>
              <a:cs typeface="Trebuchet MS"/>
            </a:endParaRPr>
          </a:p>
          <a:p>
            <a:pPr marL="12065" marR="5080" algn="ctr">
              <a:lnSpc>
                <a:spcPts val="3390"/>
              </a:lnSpc>
              <a:spcBef>
                <a:spcPts val="265"/>
              </a:spcBef>
            </a:pP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85" dirty="0">
                <a:solidFill>
                  <a:srgbClr val="FFFFFF"/>
                </a:solidFill>
                <a:latin typeface="Trebuchet MS"/>
                <a:cs typeface="Trebuchet MS"/>
              </a:rPr>
              <a:t>provides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adaptive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exams,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automated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Trebuchet MS"/>
                <a:cs typeface="Trebuchet MS"/>
              </a:rPr>
              <a:t>assessments,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25" dirty="0">
                <a:solidFill>
                  <a:srgbClr val="FFFFFF"/>
                </a:solidFill>
                <a:latin typeface="Trebuchet MS"/>
                <a:cs typeface="Trebuchet MS"/>
              </a:rPr>
              <a:t>dashboards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students,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teachers,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8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admins,</a:t>
            </a:r>
            <a:r>
              <a:rPr sz="32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1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rebuchet MS"/>
                <a:cs typeface="Trebuchet MS"/>
              </a:rPr>
              <a:t>certificate</a:t>
            </a:r>
            <a:r>
              <a:rPr sz="32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generation</a:t>
            </a:r>
            <a:r>
              <a:rPr sz="32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2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r>
              <a:rPr sz="32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performers.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7185" rIns="0" bIns="0" rtlCol="0">
            <a:spAutoFit/>
          </a:bodyPr>
          <a:lstStyle/>
          <a:p>
            <a:pPr marL="3921760">
              <a:lnSpc>
                <a:spcPct val="100000"/>
              </a:lnSpc>
              <a:spcBef>
                <a:spcPts val="100"/>
              </a:spcBef>
            </a:pPr>
            <a:r>
              <a:rPr sz="7250" spc="-35" dirty="0"/>
              <a:t>INTRODUCTION</a:t>
            </a:r>
            <a:endParaRPr sz="7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18621" y="2808793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4" h="864870">
                <a:moveTo>
                  <a:pt x="550352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4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2" y="38099"/>
                </a:lnTo>
                <a:close/>
              </a:path>
              <a:path w="865504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4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2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3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4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8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2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58594" y="510539"/>
                </a:lnTo>
                <a:lnTo>
                  <a:pt x="847397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4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4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4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0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47843" y="113029"/>
                </a:lnTo>
                <a:lnTo>
                  <a:pt x="293731" y="133349"/>
                </a:lnTo>
                <a:lnTo>
                  <a:pt x="243914" y="161289"/>
                </a:lnTo>
                <a:lnTo>
                  <a:pt x="199423" y="19938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4" h="864870">
                <a:moveTo>
                  <a:pt x="721300" y="181609"/>
                </a:moveTo>
                <a:lnTo>
                  <a:pt x="685197" y="146049"/>
                </a:lnTo>
                <a:lnTo>
                  <a:pt x="644582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0" y="181609"/>
                </a:lnTo>
                <a:close/>
              </a:path>
              <a:path w="865504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4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8" y="632459"/>
                </a:lnTo>
                <a:lnTo>
                  <a:pt x="780872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3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8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799428" y="297179"/>
                </a:lnTo>
                <a:lnTo>
                  <a:pt x="814186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7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4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8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4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4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4" h="864870">
                <a:moveTo>
                  <a:pt x="446545" y="822959"/>
                </a:moveTo>
                <a:lnTo>
                  <a:pt x="393513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7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6" y="820419"/>
                </a:lnTo>
                <a:lnTo>
                  <a:pt x="446545" y="822959"/>
                </a:lnTo>
                <a:close/>
              </a:path>
              <a:path w="865504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2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8" y="723899"/>
                </a:lnTo>
                <a:lnTo>
                  <a:pt x="337788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4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4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4" h="864870">
                <a:moveTo>
                  <a:pt x="461571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5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1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99238" y="2619130"/>
            <a:ext cx="6894830" cy="24428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 marR="5080">
              <a:lnSpc>
                <a:spcPts val="8920"/>
              </a:lnSpc>
              <a:spcBef>
                <a:spcPts val="1390"/>
              </a:spcBef>
            </a:pPr>
            <a:r>
              <a:rPr spc="-10" dirty="0"/>
              <a:t>PROBLEM </a:t>
            </a:r>
            <a:r>
              <a:rPr spc="-455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0391" y="3054608"/>
            <a:ext cx="1841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70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7040" y="3071083"/>
            <a:ext cx="3567429" cy="6362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430"/>
              </a:spcBef>
            </a:pPr>
            <a:r>
              <a:rPr sz="2100" b="1" spc="90" dirty="0">
                <a:solidFill>
                  <a:srgbClr val="FFFFFF"/>
                </a:solidFill>
                <a:latin typeface="Trebuchet MS"/>
                <a:cs typeface="Trebuchet MS"/>
              </a:rPr>
              <a:t>TRADITIONAL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14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21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90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2100" b="1" spc="120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75" dirty="0">
                <a:solidFill>
                  <a:srgbClr val="FFFFFF"/>
                </a:solidFill>
                <a:latin typeface="Trebuchet MS"/>
                <a:cs typeface="Trebuchet MS"/>
              </a:rPr>
              <a:t>PERSONALIZED.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8621" y="4395465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4" h="864870">
                <a:moveTo>
                  <a:pt x="550352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4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2" y="38099"/>
                </a:lnTo>
                <a:close/>
              </a:path>
              <a:path w="865504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4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2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3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4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8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2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58594" y="510539"/>
                </a:lnTo>
                <a:lnTo>
                  <a:pt x="847397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4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4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4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0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47843" y="113029"/>
                </a:lnTo>
                <a:lnTo>
                  <a:pt x="293731" y="133349"/>
                </a:lnTo>
                <a:lnTo>
                  <a:pt x="243914" y="161289"/>
                </a:lnTo>
                <a:lnTo>
                  <a:pt x="199423" y="19938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4" h="864870">
                <a:moveTo>
                  <a:pt x="721300" y="181609"/>
                </a:moveTo>
                <a:lnTo>
                  <a:pt x="685197" y="146049"/>
                </a:lnTo>
                <a:lnTo>
                  <a:pt x="644582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0" y="181609"/>
                </a:lnTo>
                <a:close/>
              </a:path>
              <a:path w="865504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4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8" y="632459"/>
                </a:lnTo>
                <a:lnTo>
                  <a:pt x="780872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3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8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799428" y="297179"/>
                </a:lnTo>
                <a:lnTo>
                  <a:pt x="814186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7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4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8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4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4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4" h="864870">
                <a:moveTo>
                  <a:pt x="446545" y="822959"/>
                </a:moveTo>
                <a:lnTo>
                  <a:pt x="393513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7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6" y="820419"/>
                </a:lnTo>
                <a:lnTo>
                  <a:pt x="446545" y="822959"/>
                </a:lnTo>
                <a:close/>
              </a:path>
              <a:path w="865504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2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8" y="723899"/>
                </a:lnTo>
                <a:lnTo>
                  <a:pt x="337788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4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4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4" h="864870">
                <a:moveTo>
                  <a:pt x="461571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5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1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40391" y="4613325"/>
            <a:ext cx="23367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47040" y="4629830"/>
            <a:ext cx="4264025" cy="6362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430"/>
              </a:spcBef>
            </a:pPr>
            <a:r>
              <a:rPr sz="2100" b="1" spc="155" dirty="0">
                <a:solidFill>
                  <a:srgbClr val="FFFFFF"/>
                </a:solidFill>
                <a:latin typeface="Trebuchet MS"/>
                <a:cs typeface="Trebuchet MS"/>
              </a:rPr>
              <a:t>MANUAL</a:t>
            </a:r>
            <a:r>
              <a:rPr sz="21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14" dirty="0">
                <a:solidFill>
                  <a:srgbClr val="FFFFFF"/>
                </a:solidFill>
                <a:latin typeface="Trebuchet MS"/>
                <a:cs typeface="Trebuchet MS"/>
              </a:rPr>
              <a:t>QUESTION</a:t>
            </a:r>
            <a:r>
              <a:rPr sz="21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80" dirty="0">
                <a:solidFill>
                  <a:srgbClr val="FFFFFF"/>
                </a:solidFill>
                <a:latin typeface="Trebuchet MS"/>
                <a:cs typeface="Trebuchet MS"/>
              </a:rPr>
              <a:t>PAPER </a:t>
            </a:r>
            <a:r>
              <a:rPr sz="2100" b="1" spc="100" dirty="0">
                <a:solidFill>
                  <a:srgbClr val="FFFFFF"/>
                </a:solidFill>
                <a:latin typeface="Trebuchet MS"/>
                <a:cs typeface="Trebuchet MS"/>
              </a:rPr>
              <a:t>CREATION</a:t>
            </a:r>
            <a:r>
              <a:rPr sz="21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14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21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95" dirty="0">
                <a:solidFill>
                  <a:srgbClr val="FFFFFF"/>
                </a:solidFill>
                <a:latin typeface="Trebuchet MS"/>
                <a:cs typeface="Trebuchet MS"/>
              </a:rPr>
              <a:t>TIME-</a:t>
            </a:r>
            <a:r>
              <a:rPr sz="2100" b="1" spc="110" dirty="0">
                <a:solidFill>
                  <a:srgbClr val="FFFFFF"/>
                </a:solidFill>
                <a:latin typeface="Trebuchet MS"/>
                <a:cs typeface="Trebuchet MS"/>
              </a:rPr>
              <a:t>CONSUMING.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8621" y="5958050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4" h="864870">
                <a:moveTo>
                  <a:pt x="550352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4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2" y="38099"/>
                </a:lnTo>
                <a:close/>
              </a:path>
              <a:path w="865504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4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2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3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4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8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2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58594" y="510539"/>
                </a:lnTo>
                <a:lnTo>
                  <a:pt x="847397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4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4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4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0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47843" y="113029"/>
                </a:lnTo>
                <a:lnTo>
                  <a:pt x="293731" y="133349"/>
                </a:lnTo>
                <a:lnTo>
                  <a:pt x="243914" y="161289"/>
                </a:lnTo>
                <a:lnTo>
                  <a:pt x="199423" y="19938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4" h="864870">
                <a:moveTo>
                  <a:pt x="721300" y="181609"/>
                </a:moveTo>
                <a:lnTo>
                  <a:pt x="685197" y="146049"/>
                </a:lnTo>
                <a:lnTo>
                  <a:pt x="644582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0" y="181609"/>
                </a:lnTo>
                <a:close/>
              </a:path>
              <a:path w="865504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4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8" y="632459"/>
                </a:lnTo>
                <a:lnTo>
                  <a:pt x="780872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3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8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799428" y="297179"/>
                </a:lnTo>
                <a:lnTo>
                  <a:pt x="814186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7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4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8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4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4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4" h="864870">
                <a:moveTo>
                  <a:pt x="446545" y="822959"/>
                </a:moveTo>
                <a:lnTo>
                  <a:pt x="393513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7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6" y="820419"/>
                </a:lnTo>
                <a:lnTo>
                  <a:pt x="446545" y="822959"/>
                </a:lnTo>
                <a:close/>
              </a:path>
              <a:path w="865504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2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8" y="723899"/>
                </a:lnTo>
                <a:lnTo>
                  <a:pt x="337788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4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4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4" h="864870">
                <a:moveTo>
                  <a:pt x="461571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5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1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40391" y="6203832"/>
            <a:ext cx="22732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47040" y="5930747"/>
            <a:ext cx="4095750" cy="92201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430"/>
              </a:spcBef>
            </a:pPr>
            <a:r>
              <a:rPr sz="2100" b="1" spc="175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05" dirty="0">
                <a:solidFill>
                  <a:srgbClr val="FFFFFF"/>
                </a:solidFill>
                <a:latin typeface="Trebuchet MS"/>
                <a:cs typeface="Trebuchet MS"/>
              </a:rPr>
              <a:t>CENTRALIZED</a:t>
            </a:r>
            <a:r>
              <a:rPr sz="21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5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21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50" dirty="0">
                <a:solidFill>
                  <a:srgbClr val="FFFFFF"/>
                </a:solidFill>
                <a:latin typeface="Trebuchet MS"/>
                <a:cs typeface="Trebuchet MS"/>
              </a:rPr>
              <a:t>FOR </a:t>
            </a:r>
            <a:r>
              <a:rPr sz="2100" b="1" spc="130" dirty="0">
                <a:solidFill>
                  <a:srgbClr val="FFFFFF"/>
                </a:solidFill>
                <a:latin typeface="Trebuchet MS"/>
                <a:cs typeface="Trebuchet MS"/>
              </a:rPr>
              <a:t>ASSESSMENTS,</a:t>
            </a:r>
            <a:r>
              <a:rPr sz="210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60" dirty="0">
                <a:solidFill>
                  <a:srgbClr val="FFFFFF"/>
                </a:solidFill>
                <a:latin typeface="Trebuchet MS"/>
                <a:cs typeface="Trebuchet MS"/>
              </a:rPr>
              <a:t>NOTES,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40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2100" b="1" spc="75" dirty="0">
                <a:solidFill>
                  <a:srgbClr val="FFFFFF"/>
                </a:solidFill>
                <a:latin typeface="Trebuchet MS"/>
                <a:cs typeface="Trebuchet MS"/>
              </a:rPr>
              <a:t>PERFORMANCE.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8621" y="7543513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4" h="864870">
                <a:moveTo>
                  <a:pt x="550352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4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2" y="38099"/>
                </a:lnTo>
                <a:close/>
              </a:path>
              <a:path w="865504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4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2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3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4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8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2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58594" y="510539"/>
                </a:lnTo>
                <a:lnTo>
                  <a:pt x="847397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4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4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4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0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47843" y="113029"/>
                </a:lnTo>
                <a:lnTo>
                  <a:pt x="293731" y="133349"/>
                </a:lnTo>
                <a:lnTo>
                  <a:pt x="243914" y="161289"/>
                </a:lnTo>
                <a:lnTo>
                  <a:pt x="199423" y="19938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4" h="864870">
                <a:moveTo>
                  <a:pt x="721300" y="181609"/>
                </a:moveTo>
                <a:lnTo>
                  <a:pt x="685197" y="146049"/>
                </a:lnTo>
                <a:lnTo>
                  <a:pt x="644582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0" y="181609"/>
                </a:lnTo>
                <a:close/>
              </a:path>
              <a:path w="865504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4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8" y="632459"/>
                </a:lnTo>
                <a:lnTo>
                  <a:pt x="780872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3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8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799428" y="297179"/>
                </a:lnTo>
                <a:lnTo>
                  <a:pt x="814186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7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4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8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4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4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4" h="864870">
                <a:moveTo>
                  <a:pt x="446545" y="822959"/>
                </a:moveTo>
                <a:lnTo>
                  <a:pt x="393513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7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6" y="820419"/>
                </a:lnTo>
                <a:lnTo>
                  <a:pt x="446545" y="822959"/>
                </a:lnTo>
                <a:close/>
              </a:path>
              <a:path w="865504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2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8" y="723899"/>
                </a:lnTo>
                <a:lnTo>
                  <a:pt x="337788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4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4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4" h="864870">
                <a:moveTo>
                  <a:pt x="461571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5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1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40391" y="7766420"/>
            <a:ext cx="1797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6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47040" y="7481234"/>
            <a:ext cx="5665470" cy="6362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430"/>
              </a:spcBef>
            </a:pPr>
            <a:r>
              <a:rPr sz="2100" b="1" spc="110" dirty="0">
                <a:solidFill>
                  <a:srgbClr val="FFFFFF"/>
                </a:solidFill>
                <a:latin typeface="Trebuchet MS"/>
                <a:cs typeface="Trebuchet MS"/>
              </a:rPr>
              <a:t>LACK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5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14" dirty="0">
                <a:solidFill>
                  <a:srgbClr val="FFFFFF"/>
                </a:solidFill>
                <a:latin typeface="Trebuchet MS"/>
                <a:cs typeface="Trebuchet MS"/>
              </a:rPr>
              <a:t>AUTOMATED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80" dirty="0">
                <a:solidFill>
                  <a:srgbClr val="FFFFFF"/>
                </a:solidFill>
                <a:latin typeface="Trebuchet MS"/>
                <a:cs typeface="Trebuchet MS"/>
              </a:rPr>
              <a:t>CERTIFICATION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40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2100" b="1" spc="85" dirty="0">
                <a:solidFill>
                  <a:srgbClr val="FFFFFF"/>
                </a:solidFill>
                <a:latin typeface="Trebuchet MS"/>
                <a:cs typeface="Trebuchet MS"/>
              </a:rPr>
              <a:t>LEADERBOARDS.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26355" y="0"/>
            <a:ext cx="9561830" cy="10287000"/>
            <a:chOff x="8726355" y="0"/>
            <a:chExt cx="956183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6355" y="0"/>
              <a:ext cx="9561643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3441" y="3537684"/>
              <a:ext cx="113935" cy="1139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3441" y="3936458"/>
              <a:ext cx="113935" cy="11393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15761" y="3278140"/>
            <a:ext cx="7479030" cy="24428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 marR="5080">
              <a:lnSpc>
                <a:spcPts val="8920"/>
              </a:lnSpc>
              <a:spcBef>
                <a:spcPts val="1390"/>
              </a:spcBef>
            </a:pPr>
            <a:r>
              <a:rPr sz="8400" spc="-50" dirty="0">
                <a:solidFill>
                  <a:srgbClr val="83E3F7"/>
                </a:solidFill>
                <a:latin typeface="Arial Black"/>
                <a:cs typeface="Arial Black"/>
              </a:rPr>
              <a:t>PROJECT </a:t>
            </a:r>
            <a:r>
              <a:rPr sz="8400" spc="-114" dirty="0">
                <a:solidFill>
                  <a:srgbClr val="83E3F7"/>
                </a:solidFill>
                <a:latin typeface="Arial Black"/>
                <a:cs typeface="Arial Black"/>
              </a:rPr>
              <a:t>OBJECTIVES</a:t>
            </a:r>
            <a:endParaRPr sz="8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607013" y="3315556"/>
            <a:ext cx="7116445" cy="12795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algn="just">
              <a:lnSpc>
                <a:spcPts val="3140"/>
              </a:lnSpc>
              <a:spcBef>
                <a:spcPts val="580"/>
              </a:spcBef>
            </a:pP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r>
              <a:rPr sz="30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0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smart</a:t>
            </a:r>
            <a:r>
              <a:rPr sz="30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adaptive</a:t>
            </a:r>
            <a:r>
              <a:rPr sz="30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exam</a:t>
            </a:r>
            <a:r>
              <a:rPr sz="3000" b="1" spc="-10" dirty="0">
                <a:solidFill>
                  <a:srgbClr val="FFFFFF"/>
                </a:solidFill>
                <a:latin typeface="Trebuchet MS"/>
                <a:cs typeface="Trebuchet MS"/>
              </a:rPr>
              <a:t> generator.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3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80" dirty="0">
                <a:solidFill>
                  <a:srgbClr val="FFFFFF"/>
                </a:solidFill>
                <a:latin typeface="Trebuchet MS"/>
                <a:cs typeface="Trebuchet MS"/>
              </a:rPr>
              <a:t>dashboards</a:t>
            </a:r>
            <a:r>
              <a:rPr sz="30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4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0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30" dirty="0">
                <a:solidFill>
                  <a:srgbClr val="FFFFFF"/>
                </a:solidFill>
                <a:latin typeface="Trebuchet MS"/>
                <a:cs typeface="Trebuchet MS"/>
              </a:rPr>
              <a:t>Admin,</a:t>
            </a:r>
            <a:r>
              <a:rPr sz="3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/>
                <a:cs typeface="Trebuchet MS"/>
              </a:rPr>
              <a:t>Teacher, Student.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43441" y="4734009"/>
            <a:ext cx="114300" cy="911860"/>
            <a:chOff x="9343441" y="4734009"/>
            <a:chExt cx="114300" cy="91186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3441" y="4734009"/>
              <a:ext cx="113935" cy="1139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3441" y="5132784"/>
              <a:ext cx="113935" cy="113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3441" y="5531559"/>
              <a:ext cx="113935" cy="11393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607013" y="4511881"/>
            <a:ext cx="8279765" cy="167830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680085">
              <a:lnSpc>
                <a:spcPts val="3140"/>
              </a:lnSpc>
              <a:spcBef>
                <a:spcPts val="580"/>
              </a:spcBef>
            </a:pPr>
            <a:r>
              <a:rPr sz="3000" b="1" spc="55" dirty="0">
                <a:solidFill>
                  <a:srgbClr val="FFFFFF"/>
                </a:solidFill>
                <a:latin typeface="Trebuchet MS"/>
                <a:cs typeface="Trebuchet MS"/>
              </a:rPr>
              <a:t>Auto-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generate</a:t>
            </a:r>
            <a:r>
              <a:rPr sz="30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20" dirty="0">
                <a:solidFill>
                  <a:srgbClr val="FFFFFF"/>
                </a:solidFill>
                <a:latin typeface="Trebuchet MS"/>
                <a:cs typeface="Trebuchet MS"/>
              </a:rPr>
              <a:t>certificates</a:t>
            </a:r>
            <a:r>
              <a:rPr sz="30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4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0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&gt;90%</a:t>
            </a:r>
            <a:r>
              <a:rPr sz="30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/>
                <a:cs typeface="Trebuchet MS"/>
              </a:rPr>
              <a:t>score. </a:t>
            </a:r>
            <a:r>
              <a:rPr sz="3000" b="1" spc="135" dirty="0">
                <a:solidFill>
                  <a:srgbClr val="FFFFFF"/>
                </a:solidFill>
                <a:latin typeface="Trebuchet MS"/>
                <a:cs typeface="Trebuchet MS"/>
              </a:rPr>
              <a:t>Add</a:t>
            </a:r>
            <a:r>
              <a:rPr sz="30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weekly</a:t>
            </a:r>
            <a:r>
              <a:rPr sz="30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7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monthly</a:t>
            </a:r>
            <a:r>
              <a:rPr sz="30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/>
                <a:cs typeface="Trebuchet MS"/>
              </a:rPr>
              <a:t>leaderboards.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3140"/>
              </a:lnSpc>
            </a:pP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sz="3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35" dirty="0">
                <a:solidFill>
                  <a:srgbClr val="FFFFFF"/>
                </a:solidFill>
                <a:latin typeface="Trebuchet MS"/>
                <a:cs typeface="Trebuchet MS"/>
              </a:rPr>
              <a:t>notes,</a:t>
            </a:r>
            <a:r>
              <a:rPr sz="3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/>
                <a:cs typeface="Trebuchet MS"/>
              </a:rPr>
              <a:t>courses,</a:t>
            </a:r>
            <a:r>
              <a:rPr sz="3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7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80" dirty="0">
                <a:solidFill>
                  <a:srgbClr val="FFFFFF"/>
                </a:solidFill>
                <a:latin typeface="Trebuchet MS"/>
                <a:cs typeface="Trebuchet MS"/>
              </a:rPr>
              <a:t>progress-</a:t>
            </a:r>
            <a:r>
              <a:rPr sz="3000" b="1" spc="-10" dirty="0">
                <a:solidFill>
                  <a:srgbClr val="FFFFFF"/>
                </a:solidFill>
                <a:latin typeface="Trebuchet MS"/>
                <a:cs typeface="Trebuchet MS"/>
              </a:rPr>
              <a:t>tracking features.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9238" y="1239168"/>
            <a:ext cx="4939665" cy="24428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 marR="5080" indent="240665" algn="l">
              <a:lnSpc>
                <a:spcPts val="8920"/>
              </a:lnSpc>
              <a:spcBef>
                <a:spcPts val="1390"/>
              </a:spcBef>
            </a:pPr>
            <a:r>
              <a:rPr spc="-355" dirty="0"/>
              <a:t>SYSTEM </a:t>
            </a:r>
            <a:r>
              <a:rPr spc="-10" dirty="0"/>
              <a:t>USERS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32686" y="3822905"/>
            <a:ext cx="15622627" cy="4089088"/>
          </a:xfrm>
          <a:prstGeom prst="rect">
            <a:avLst/>
          </a:prstGeom>
        </p:spPr>
        <p:txBody>
          <a:bodyPr vert="horz" wrap="square" lIns="0" tIns="620542" rIns="0" bIns="0" rtlCol="0">
            <a:spAutoFit/>
          </a:bodyPr>
          <a:lstStyle/>
          <a:p>
            <a:pPr marL="950595" marR="403225" indent="-571500">
              <a:lnSpc>
                <a:spcPts val="4490"/>
              </a:lnSpc>
              <a:spcBef>
                <a:spcPts val="750"/>
              </a:spcBef>
              <a:buFont typeface="Wingdings" panose="05000000000000000000" pitchFamily="2" charset="2"/>
              <a:buChar char="Ø"/>
            </a:pPr>
            <a:r>
              <a:rPr sz="4250" spc="-35" dirty="0"/>
              <a:t>Admin:</a:t>
            </a:r>
            <a:r>
              <a:rPr sz="4250" spc="-245" dirty="0"/>
              <a:t> </a:t>
            </a:r>
            <a:r>
              <a:rPr sz="4250" spc="220" dirty="0"/>
              <a:t>Manages</a:t>
            </a:r>
            <a:r>
              <a:rPr sz="4250" spc="-240" dirty="0"/>
              <a:t> </a:t>
            </a:r>
            <a:r>
              <a:rPr sz="4250" spc="-35" dirty="0"/>
              <a:t>teachers,</a:t>
            </a:r>
            <a:r>
              <a:rPr sz="4250" spc="-240" dirty="0"/>
              <a:t> </a:t>
            </a:r>
            <a:r>
              <a:rPr sz="4250" dirty="0"/>
              <a:t>students,</a:t>
            </a:r>
            <a:r>
              <a:rPr sz="4250" spc="-240" dirty="0"/>
              <a:t> </a:t>
            </a:r>
            <a:r>
              <a:rPr sz="4250" dirty="0"/>
              <a:t>courses,</a:t>
            </a:r>
            <a:r>
              <a:rPr sz="4250" spc="-240" dirty="0"/>
              <a:t> </a:t>
            </a:r>
            <a:r>
              <a:rPr sz="4250" spc="-55" dirty="0"/>
              <a:t>notes,</a:t>
            </a:r>
            <a:r>
              <a:rPr sz="4250" spc="-240" dirty="0"/>
              <a:t> </a:t>
            </a:r>
            <a:r>
              <a:rPr sz="4250" spc="80" dirty="0"/>
              <a:t>and </a:t>
            </a:r>
            <a:r>
              <a:rPr sz="4250" spc="-10" dirty="0"/>
              <a:t>analytics.</a:t>
            </a:r>
            <a:endParaRPr sz="4250" dirty="0"/>
          </a:p>
          <a:p>
            <a:pPr marL="950595" indent="-571500">
              <a:lnSpc>
                <a:spcPts val="4130"/>
              </a:lnSpc>
              <a:buFont typeface="Wingdings" panose="05000000000000000000" pitchFamily="2" charset="2"/>
              <a:buChar char="Ø"/>
            </a:pPr>
            <a:r>
              <a:rPr sz="4250" spc="-60" dirty="0"/>
              <a:t>Teacher:</a:t>
            </a:r>
            <a:r>
              <a:rPr sz="4250" spc="-190" dirty="0"/>
              <a:t> </a:t>
            </a:r>
            <a:r>
              <a:rPr sz="4250" spc="55" dirty="0"/>
              <a:t>Creates</a:t>
            </a:r>
            <a:r>
              <a:rPr sz="4250" spc="-190" dirty="0"/>
              <a:t> </a:t>
            </a:r>
            <a:r>
              <a:rPr sz="4250" spc="-10" dirty="0"/>
              <a:t>questions,</a:t>
            </a:r>
            <a:r>
              <a:rPr sz="4250" spc="-190" dirty="0"/>
              <a:t> </a:t>
            </a:r>
            <a:r>
              <a:rPr sz="4250" dirty="0"/>
              <a:t>reviews</a:t>
            </a:r>
            <a:r>
              <a:rPr sz="4250" spc="-185" dirty="0"/>
              <a:t> </a:t>
            </a:r>
            <a:r>
              <a:rPr sz="4250" spc="105" dirty="0"/>
              <a:t>AI-</a:t>
            </a:r>
            <a:r>
              <a:rPr sz="4250" spc="70" dirty="0"/>
              <a:t>generated</a:t>
            </a:r>
            <a:r>
              <a:rPr sz="4250" spc="-190" dirty="0"/>
              <a:t> </a:t>
            </a:r>
            <a:r>
              <a:rPr sz="4250" spc="-10" dirty="0"/>
              <a:t>exams,</a:t>
            </a:r>
            <a:endParaRPr sz="4250" dirty="0"/>
          </a:p>
          <a:p>
            <a:pPr marL="379095">
              <a:lnSpc>
                <a:spcPts val="4485"/>
              </a:lnSpc>
            </a:pPr>
            <a:r>
              <a:rPr lang="en-US" sz="4250" dirty="0"/>
              <a:t>    </a:t>
            </a:r>
            <a:r>
              <a:rPr sz="4250" dirty="0"/>
              <a:t>tracks</a:t>
            </a:r>
            <a:r>
              <a:rPr sz="4250" spc="-15" dirty="0"/>
              <a:t> </a:t>
            </a:r>
            <a:r>
              <a:rPr sz="4250" dirty="0"/>
              <a:t>student</a:t>
            </a:r>
            <a:r>
              <a:rPr sz="4250" spc="5" dirty="0"/>
              <a:t> </a:t>
            </a:r>
            <a:r>
              <a:rPr sz="4250" spc="-10" dirty="0"/>
              <a:t>performance.</a:t>
            </a:r>
            <a:endParaRPr sz="4250" dirty="0"/>
          </a:p>
          <a:p>
            <a:pPr marL="950595" marR="932815" indent="-571500">
              <a:lnSpc>
                <a:spcPts val="4490"/>
              </a:lnSpc>
              <a:spcBef>
                <a:spcPts val="355"/>
              </a:spcBef>
              <a:buFont typeface="Wingdings" panose="05000000000000000000" pitchFamily="2" charset="2"/>
              <a:buChar char="Ø"/>
            </a:pPr>
            <a:r>
              <a:rPr sz="4250" spc="-20" dirty="0"/>
              <a:t>Student:</a:t>
            </a:r>
            <a:r>
              <a:rPr sz="4250" spc="-240" dirty="0"/>
              <a:t> </a:t>
            </a:r>
            <a:r>
              <a:rPr sz="4250" spc="80" dirty="0"/>
              <a:t>Takes</a:t>
            </a:r>
            <a:r>
              <a:rPr sz="4250" spc="-235" dirty="0"/>
              <a:t> </a:t>
            </a:r>
            <a:r>
              <a:rPr sz="4250" spc="-10" dirty="0"/>
              <a:t>exams,</a:t>
            </a:r>
            <a:r>
              <a:rPr sz="4250" spc="-235" dirty="0"/>
              <a:t> </a:t>
            </a:r>
            <a:r>
              <a:rPr sz="4250" spc="60" dirty="0"/>
              <a:t>views</a:t>
            </a:r>
            <a:r>
              <a:rPr sz="4250" spc="-235" dirty="0"/>
              <a:t> </a:t>
            </a:r>
            <a:r>
              <a:rPr sz="4250" spc="-55" dirty="0"/>
              <a:t>notes,</a:t>
            </a:r>
            <a:r>
              <a:rPr sz="4250" spc="-235" dirty="0"/>
              <a:t> </a:t>
            </a:r>
            <a:r>
              <a:rPr sz="4250" spc="160" dirty="0"/>
              <a:t>sees</a:t>
            </a:r>
            <a:r>
              <a:rPr sz="4250" spc="-235" dirty="0"/>
              <a:t> </a:t>
            </a:r>
            <a:r>
              <a:rPr sz="4250" spc="-10" dirty="0"/>
              <a:t>leaderboard, </a:t>
            </a:r>
            <a:r>
              <a:rPr sz="4250" dirty="0"/>
              <a:t>receives</a:t>
            </a:r>
            <a:r>
              <a:rPr sz="4250" spc="-10" dirty="0"/>
              <a:t> certificates.</a:t>
            </a:r>
            <a:endParaRPr sz="4250" dirty="0"/>
          </a:p>
        </p:txBody>
      </p:sp>
      <p:sp>
        <p:nvSpPr>
          <p:cNvPr id="4" name="object 4"/>
          <p:cNvSpPr/>
          <p:nvPr/>
        </p:nvSpPr>
        <p:spPr>
          <a:xfrm>
            <a:off x="16007962" y="7291983"/>
            <a:ext cx="1747520" cy="1739900"/>
          </a:xfrm>
          <a:custGeom>
            <a:avLst/>
            <a:gdLst/>
            <a:ahLst/>
            <a:cxnLst/>
            <a:rect l="l" t="t" r="r" b="b"/>
            <a:pathLst>
              <a:path w="1747519" h="1739900">
                <a:moveTo>
                  <a:pt x="1110987" y="76199"/>
                </a:moveTo>
                <a:lnTo>
                  <a:pt x="1038856" y="50799"/>
                </a:lnTo>
                <a:lnTo>
                  <a:pt x="1002343" y="50799"/>
                </a:lnTo>
                <a:lnTo>
                  <a:pt x="965616" y="38099"/>
                </a:lnTo>
                <a:lnTo>
                  <a:pt x="817198" y="38099"/>
                </a:lnTo>
                <a:lnTo>
                  <a:pt x="814243" y="0"/>
                </a:lnTo>
                <a:lnTo>
                  <a:pt x="1009254" y="0"/>
                </a:lnTo>
                <a:lnTo>
                  <a:pt x="1085912" y="25399"/>
                </a:lnTo>
                <a:lnTo>
                  <a:pt x="1123661" y="25399"/>
                </a:lnTo>
                <a:lnTo>
                  <a:pt x="1110987" y="76199"/>
                </a:lnTo>
                <a:close/>
              </a:path>
              <a:path w="1747519" h="1739900">
                <a:moveTo>
                  <a:pt x="126347" y="507999"/>
                </a:moveTo>
                <a:lnTo>
                  <a:pt x="86399" y="482599"/>
                </a:lnTo>
                <a:lnTo>
                  <a:pt x="96290" y="469899"/>
                </a:lnTo>
                <a:lnTo>
                  <a:pt x="106681" y="444499"/>
                </a:lnTo>
                <a:lnTo>
                  <a:pt x="117567" y="431799"/>
                </a:lnTo>
                <a:lnTo>
                  <a:pt x="128945" y="406399"/>
                </a:lnTo>
                <a:lnTo>
                  <a:pt x="140815" y="393699"/>
                </a:lnTo>
                <a:lnTo>
                  <a:pt x="153173" y="368299"/>
                </a:lnTo>
                <a:lnTo>
                  <a:pt x="166001" y="355599"/>
                </a:lnTo>
                <a:lnTo>
                  <a:pt x="179283" y="342899"/>
                </a:lnTo>
                <a:lnTo>
                  <a:pt x="211700" y="292099"/>
                </a:lnTo>
                <a:lnTo>
                  <a:pt x="246268" y="253999"/>
                </a:lnTo>
                <a:lnTo>
                  <a:pt x="282876" y="228599"/>
                </a:lnTo>
                <a:lnTo>
                  <a:pt x="321413" y="190499"/>
                </a:lnTo>
                <a:lnTo>
                  <a:pt x="361770" y="165099"/>
                </a:lnTo>
                <a:lnTo>
                  <a:pt x="403834" y="126999"/>
                </a:lnTo>
                <a:lnTo>
                  <a:pt x="447447" y="101599"/>
                </a:lnTo>
                <a:lnTo>
                  <a:pt x="492540" y="76199"/>
                </a:lnTo>
                <a:lnTo>
                  <a:pt x="539000" y="63499"/>
                </a:lnTo>
                <a:lnTo>
                  <a:pt x="586719" y="38099"/>
                </a:lnTo>
                <a:lnTo>
                  <a:pt x="685486" y="12699"/>
                </a:lnTo>
                <a:lnTo>
                  <a:pt x="695025" y="63499"/>
                </a:lnTo>
                <a:lnTo>
                  <a:pt x="647650" y="63499"/>
                </a:lnTo>
                <a:lnTo>
                  <a:pt x="601254" y="88899"/>
                </a:lnTo>
                <a:lnTo>
                  <a:pt x="555946" y="101599"/>
                </a:lnTo>
                <a:lnTo>
                  <a:pt x="511832" y="126999"/>
                </a:lnTo>
                <a:lnTo>
                  <a:pt x="469019" y="139699"/>
                </a:lnTo>
                <a:lnTo>
                  <a:pt x="427615" y="165099"/>
                </a:lnTo>
                <a:lnTo>
                  <a:pt x="387737" y="190499"/>
                </a:lnTo>
                <a:lnTo>
                  <a:pt x="349460" y="228599"/>
                </a:lnTo>
                <a:lnTo>
                  <a:pt x="312893" y="253999"/>
                </a:lnTo>
                <a:lnTo>
                  <a:pt x="278143" y="292099"/>
                </a:lnTo>
                <a:lnTo>
                  <a:pt x="245319" y="330199"/>
                </a:lnTo>
                <a:lnTo>
                  <a:pt x="214528" y="368299"/>
                </a:lnTo>
                <a:lnTo>
                  <a:pt x="201917" y="380999"/>
                </a:lnTo>
                <a:lnTo>
                  <a:pt x="189751" y="393699"/>
                </a:lnTo>
                <a:lnTo>
                  <a:pt x="178039" y="419099"/>
                </a:lnTo>
                <a:lnTo>
                  <a:pt x="166788" y="431799"/>
                </a:lnTo>
                <a:lnTo>
                  <a:pt x="155991" y="457199"/>
                </a:lnTo>
                <a:lnTo>
                  <a:pt x="145644" y="469899"/>
                </a:lnTo>
                <a:lnTo>
                  <a:pt x="135758" y="482599"/>
                </a:lnTo>
                <a:lnTo>
                  <a:pt x="126347" y="507999"/>
                </a:lnTo>
                <a:close/>
              </a:path>
              <a:path w="1747519" h="1739900">
                <a:moveTo>
                  <a:pt x="589669" y="152399"/>
                </a:moveTo>
                <a:lnTo>
                  <a:pt x="546212" y="152399"/>
                </a:lnTo>
                <a:lnTo>
                  <a:pt x="564556" y="139699"/>
                </a:lnTo>
                <a:lnTo>
                  <a:pt x="583118" y="139699"/>
                </a:lnTo>
                <a:lnTo>
                  <a:pt x="601873" y="126999"/>
                </a:lnTo>
                <a:lnTo>
                  <a:pt x="817646" y="76199"/>
                </a:lnTo>
                <a:lnTo>
                  <a:pt x="927618" y="76199"/>
                </a:lnTo>
                <a:lnTo>
                  <a:pt x="1036767" y="101599"/>
                </a:lnTo>
                <a:lnTo>
                  <a:pt x="765391" y="101599"/>
                </a:lnTo>
                <a:lnTo>
                  <a:pt x="607964" y="139699"/>
                </a:lnTo>
                <a:lnTo>
                  <a:pt x="589669" y="152399"/>
                </a:lnTo>
                <a:close/>
              </a:path>
              <a:path w="1747519" h="1739900">
                <a:moveTo>
                  <a:pt x="1578497" y="1384299"/>
                </a:moveTo>
                <a:lnTo>
                  <a:pt x="1542803" y="1358899"/>
                </a:lnTo>
                <a:lnTo>
                  <a:pt x="1572074" y="1320799"/>
                </a:lnTo>
                <a:lnTo>
                  <a:pt x="1598344" y="1269999"/>
                </a:lnTo>
                <a:lnTo>
                  <a:pt x="1621631" y="1231899"/>
                </a:lnTo>
                <a:lnTo>
                  <a:pt x="1641955" y="1181099"/>
                </a:lnTo>
                <a:lnTo>
                  <a:pt x="1659333" y="1130299"/>
                </a:lnTo>
                <a:lnTo>
                  <a:pt x="1673784" y="1092199"/>
                </a:lnTo>
                <a:lnTo>
                  <a:pt x="1685326" y="1041399"/>
                </a:lnTo>
                <a:lnTo>
                  <a:pt x="1693978" y="990599"/>
                </a:lnTo>
                <a:lnTo>
                  <a:pt x="1699759" y="939799"/>
                </a:lnTo>
                <a:lnTo>
                  <a:pt x="1702686" y="888999"/>
                </a:lnTo>
                <a:lnTo>
                  <a:pt x="1702779" y="850899"/>
                </a:lnTo>
                <a:lnTo>
                  <a:pt x="1700056" y="800099"/>
                </a:lnTo>
                <a:lnTo>
                  <a:pt x="1694534" y="749299"/>
                </a:lnTo>
                <a:lnTo>
                  <a:pt x="1686245" y="698499"/>
                </a:lnTo>
                <a:lnTo>
                  <a:pt x="1675199" y="647699"/>
                </a:lnTo>
                <a:lnTo>
                  <a:pt x="1661415" y="609599"/>
                </a:lnTo>
                <a:lnTo>
                  <a:pt x="1644911" y="558799"/>
                </a:lnTo>
                <a:lnTo>
                  <a:pt x="1625706" y="520699"/>
                </a:lnTo>
                <a:lnTo>
                  <a:pt x="1603819" y="469899"/>
                </a:lnTo>
                <a:lnTo>
                  <a:pt x="1579269" y="431799"/>
                </a:lnTo>
                <a:lnTo>
                  <a:pt x="1552075" y="393699"/>
                </a:lnTo>
                <a:lnTo>
                  <a:pt x="1522255" y="355599"/>
                </a:lnTo>
                <a:lnTo>
                  <a:pt x="1489829" y="317499"/>
                </a:lnTo>
                <a:lnTo>
                  <a:pt x="1454815" y="279399"/>
                </a:lnTo>
                <a:lnTo>
                  <a:pt x="1417232" y="241299"/>
                </a:lnTo>
                <a:lnTo>
                  <a:pt x="1377099" y="203199"/>
                </a:lnTo>
                <a:lnTo>
                  <a:pt x="1340308" y="177799"/>
                </a:lnTo>
                <a:lnTo>
                  <a:pt x="1282216" y="139699"/>
                </a:lnTo>
                <a:lnTo>
                  <a:pt x="1262254" y="139699"/>
                </a:lnTo>
                <a:lnTo>
                  <a:pt x="1221561" y="114299"/>
                </a:lnTo>
                <a:lnTo>
                  <a:pt x="1240147" y="76199"/>
                </a:lnTo>
                <a:lnTo>
                  <a:pt x="1283191" y="101599"/>
                </a:lnTo>
                <a:lnTo>
                  <a:pt x="1304177" y="101599"/>
                </a:lnTo>
                <a:lnTo>
                  <a:pt x="1324790" y="114299"/>
                </a:lnTo>
                <a:lnTo>
                  <a:pt x="1364985" y="139699"/>
                </a:lnTo>
                <a:lnTo>
                  <a:pt x="1384633" y="152399"/>
                </a:lnTo>
                <a:lnTo>
                  <a:pt x="1403970" y="177799"/>
                </a:lnTo>
                <a:lnTo>
                  <a:pt x="1443325" y="203199"/>
                </a:lnTo>
                <a:lnTo>
                  <a:pt x="1480364" y="241299"/>
                </a:lnTo>
                <a:lnTo>
                  <a:pt x="1515071" y="279399"/>
                </a:lnTo>
                <a:lnTo>
                  <a:pt x="1547430" y="304799"/>
                </a:lnTo>
                <a:lnTo>
                  <a:pt x="1577425" y="342899"/>
                </a:lnTo>
                <a:lnTo>
                  <a:pt x="1605041" y="393699"/>
                </a:lnTo>
                <a:lnTo>
                  <a:pt x="1630262" y="431799"/>
                </a:lnTo>
                <a:lnTo>
                  <a:pt x="1653072" y="469899"/>
                </a:lnTo>
                <a:lnTo>
                  <a:pt x="1673456" y="520699"/>
                </a:lnTo>
                <a:lnTo>
                  <a:pt x="1691397" y="558799"/>
                </a:lnTo>
                <a:lnTo>
                  <a:pt x="1706880" y="609599"/>
                </a:lnTo>
                <a:lnTo>
                  <a:pt x="1719890" y="647699"/>
                </a:lnTo>
                <a:lnTo>
                  <a:pt x="1730409" y="698499"/>
                </a:lnTo>
                <a:lnTo>
                  <a:pt x="1738423" y="736599"/>
                </a:lnTo>
                <a:lnTo>
                  <a:pt x="1743907" y="787399"/>
                </a:lnTo>
                <a:lnTo>
                  <a:pt x="1746853" y="838199"/>
                </a:lnTo>
                <a:lnTo>
                  <a:pt x="1747049" y="863599"/>
                </a:lnTo>
                <a:lnTo>
                  <a:pt x="1747147" y="876299"/>
                </a:lnTo>
                <a:lnTo>
                  <a:pt x="1745069" y="927099"/>
                </a:lnTo>
                <a:lnTo>
                  <a:pt x="1740308" y="977899"/>
                </a:lnTo>
                <a:lnTo>
                  <a:pt x="1732946" y="1028699"/>
                </a:lnTo>
                <a:lnTo>
                  <a:pt x="1722967" y="1066799"/>
                </a:lnTo>
                <a:lnTo>
                  <a:pt x="1710355" y="1117599"/>
                </a:lnTo>
                <a:lnTo>
                  <a:pt x="1695094" y="1168399"/>
                </a:lnTo>
                <a:lnTo>
                  <a:pt x="1677168" y="1206499"/>
                </a:lnTo>
                <a:lnTo>
                  <a:pt x="1656561" y="1257299"/>
                </a:lnTo>
                <a:lnTo>
                  <a:pt x="1633258" y="1295399"/>
                </a:lnTo>
                <a:lnTo>
                  <a:pt x="1607241" y="1346199"/>
                </a:lnTo>
                <a:lnTo>
                  <a:pt x="1578497" y="1384299"/>
                </a:lnTo>
                <a:close/>
              </a:path>
              <a:path w="1747519" h="1739900">
                <a:moveTo>
                  <a:pt x="1137410" y="139699"/>
                </a:moveTo>
                <a:lnTo>
                  <a:pt x="979899" y="101599"/>
                </a:lnTo>
                <a:lnTo>
                  <a:pt x="1036767" y="101599"/>
                </a:lnTo>
                <a:lnTo>
                  <a:pt x="1143456" y="126999"/>
                </a:lnTo>
                <a:lnTo>
                  <a:pt x="1137410" y="139699"/>
                </a:lnTo>
                <a:close/>
              </a:path>
              <a:path w="1747519" h="1739900">
                <a:moveTo>
                  <a:pt x="317354" y="495299"/>
                </a:moveTo>
                <a:lnTo>
                  <a:pt x="258283" y="457199"/>
                </a:lnTo>
                <a:lnTo>
                  <a:pt x="268863" y="444499"/>
                </a:lnTo>
                <a:lnTo>
                  <a:pt x="279774" y="431799"/>
                </a:lnTo>
                <a:lnTo>
                  <a:pt x="291013" y="419099"/>
                </a:lnTo>
                <a:lnTo>
                  <a:pt x="302575" y="406399"/>
                </a:lnTo>
                <a:lnTo>
                  <a:pt x="314834" y="380999"/>
                </a:lnTo>
                <a:lnTo>
                  <a:pt x="327286" y="368299"/>
                </a:lnTo>
                <a:lnTo>
                  <a:pt x="339922" y="355599"/>
                </a:lnTo>
                <a:lnTo>
                  <a:pt x="352735" y="342899"/>
                </a:lnTo>
                <a:lnTo>
                  <a:pt x="390776" y="304799"/>
                </a:lnTo>
                <a:lnTo>
                  <a:pt x="431051" y="279399"/>
                </a:lnTo>
                <a:lnTo>
                  <a:pt x="473386" y="253999"/>
                </a:lnTo>
                <a:lnTo>
                  <a:pt x="517606" y="228599"/>
                </a:lnTo>
                <a:lnTo>
                  <a:pt x="563537" y="203199"/>
                </a:lnTo>
                <a:lnTo>
                  <a:pt x="610908" y="177799"/>
                </a:lnTo>
                <a:lnTo>
                  <a:pt x="659607" y="165099"/>
                </a:lnTo>
                <a:lnTo>
                  <a:pt x="811914" y="126999"/>
                </a:lnTo>
                <a:lnTo>
                  <a:pt x="817736" y="203199"/>
                </a:lnTo>
                <a:lnTo>
                  <a:pt x="771007" y="203199"/>
                </a:lnTo>
                <a:lnTo>
                  <a:pt x="635958" y="241299"/>
                </a:lnTo>
                <a:lnTo>
                  <a:pt x="593185" y="266699"/>
                </a:lnTo>
                <a:lnTo>
                  <a:pt x="551846" y="279399"/>
                </a:lnTo>
                <a:lnTo>
                  <a:pt x="511988" y="304799"/>
                </a:lnTo>
                <a:lnTo>
                  <a:pt x="473771" y="330199"/>
                </a:lnTo>
                <a:lnTo>
                  <a:pt x="437353" y="368299"/>
                </a:lnTo>
                <a:lnTo>
                  <a:pt x="402894" y="393699"/>
                </a:lnTo>
                <a:lnTo>
                  <a:pt x="368066" y="431799"/>
                </a:lnTo>
                <a:lnTo>
                  <a:pt x="336573" y="469899"/>
                </a:lnTo>
                <a:lnTo>
                  <a:pt x="326747" y="482599"/>
                </a:lnTo>
                <a:lnTo>
                  <a:pt x="317354" y="495299"/>
                </a:lnTo>
                <a:close/>
              </a:path>
              <a:path w="1747519" h="1739900">
                <a:moveTo>
                  <a:pt x="467205" y="215899"/>
                </a:moveTo>
                <a:lnTo>
                  <a:pt x="457934" y="203199"/>
                </a:lnTo>
                <a:lnTo>
                  <a:pt x="492654" y="177799"/>
                </a:lnTo>
                <a:lnTo>
                  <a:pt x="528112" y="152399"/>
                </a:lnTo>
                <a:lnTo>
                  <a:pt x="571542" y="152399"/>
                </a:lnTo>
                <a:lnTo>
                  <a:pt x="535860" y="177799"/>
                </a:lnTo>
                <a:lnTo>
                  <a:pt x="518262" y="177799"/>
                </a:lnTo>
                <a:lnTo>
                  <a:pt x="500944" y="190499"/>
                </a:lnTo>
                <a:lnTo>
                  <a:pt x="483921" y="203199"/>
                </a:lnTo>
                <a:lnTo>
                  <a:pt x="467205" y="215899"/>
                </a:lnTo>
                <a:close/>
              </a:path>
              <a:path w="1747519" h="1739900">
                <a:moveTo>
                  <a:pt x="1455920" y="368299"/>
                </a:moveTo>
                <a:lnTo>
                  <a:pt x="1408420" y="317499"/>
                </a:lnTo>
                <a:lnTo>
                  <a:pt x="1356722" y="266699"/>
                </a:lnTo>
                <a:lnTo>
                  <a:pt x="1301121" y="228599"/>
                </a:lnTo>
                <a:lnTo>
                  <a:pt x="1271990" y="203199"/>
                </a:lnTo>
                <a:lnTo>
                  <a:pt x="1242028" y="190499"/>
                </a:lnTo>
                <a:lnTo>
                  <a:pt x="1250492" y="177799"/>
                </a:lnTo>
                <a:lnTo>
                  <a:pt x="1281182" y="190499"/>
                </a:lnTo>
                <a:lnTo>
                  <a:pt x="1311008" y="215899"/>
                </a:lnTo>
                <a:lnTo>
                  <a:pt x="1339909" y="228599"/>
                </a:lnTo>
                <a:lnTo>
                  <a:pt x="1394776" y="279399"/>
                </a:lnTo>
                <a:lnTo>
                  <a:pt x="1445563" y="330199"/>
                </a:lnTo>
                <a:lnTo>
                  <a:pt x="1469311" y="355599"/>
                </a:lnTo>
                <a:lnTo>
                  <a:pt x="1455920" y="368299"/>
                </a:lnTo>
                <a:close/>
              </a:path>
              <a:path w="1747519" h="1739900">
                <a:moveTo>
                  <a:pt x="133602" y="1142999"/>
                </a:moveTo>
                <a:lnTo>
                  <a:pt x="118044" y="1092199"/>
                </a:lnTo>
                <a:lnTo>
                  <a:pt x="105536" y="1041399"/>
                </a:lnTo>
                <a:lnTo>
                  <a:pt x="96051" y="1003299"/>
                </a:lnTo>
                <a:lnTo>
                  <a:pt x="89560" y="952499"/>
                </a:lnTo>
                <a:lnTo>
                  <a:pt x="86036" y="901699"/>
                </a:lnTo>
                <a:lnTo>
                  <a:pt x="85450" y="850899"/>
                </a:lnTo>
                <a:lnTo>
                  <a:pt x="87775" y="800099"/>
                </a:lnTo>
                <a:lnTo>
                  <a:pt x="92982" y="761999"/>
                </a:lnTo>
                <a:lnTo>
                  <a:pt x="101044" y="711199"/>
                </a:lnTo>
                <a:lnTo>
                  <a:pt x="111950" y="660399"/>
                </a:lnTo>
                <a:lnTo>
                  <a:pt x="125662" y="622299"/>
                </a:lnTo>
                <a:lnTo>
                  <a:pt x="142151" y="571499"/>
                </a:lnTo>
                <a:lnTo>
                  <a:pt x="161391" y="533399"/>
                </a:lnTo>
                <a:lnTo>
                  <a:pt x="183353" y="482599"/>
                </a:lnTo>
                <a:lnTo>
                  <a:pt x="208010" y="444499"/>
                </a:lnTo>
                <a:lnTo>
                  <a:pt x="235334" y="406399"/>
                </a:lnTo>
                <a:lnTo>
                  <a:pt x="265297" y="368299"/>
                </a:lnTo>
                <a:lnTo>
                  <a:pt x="297873" y="330199"/>
                </a:lnTo>
                <a:lnTo>
                  <a:pt x="310771" y="342899"/>
                </a:lnTo>
                <a:lnTo>
                  <a:pt x="275125" y="380999"/>
                </a:lnTo>
                <a:lnTo>
                  <a:pt x="242714" y="419099"/>
                </a:lnTo>
                <a:lnTo>
                  <a:pt x="213577" y="469899"/>
                </a:lnTo>
                <a:lnTo>
                  <a:pt x="187753" y="520699"/>
                </a:lnTo>
                <a:lnTo>
                  <a:pt x="165281" y="558799"/>
                </a:lnTo>
                <a:lnTo>
                  <a:pt x="146201" y="609599"/>
                </a:lnTo>
                <a:lnTo>
                  <a:pt x="130553" y="660399"/>
                </a:lnTo>
                <a:lnTo>
                  <a:pt x="118375" y="711199"/>
                </a:lnTo>
                <a:lnTo>
                  <a:pt x="109703" y="761999"/>
                </a:lnTo>
                <a:lnTo>
                  <a:pt x="104570" y="812799"/>
                </a:lnTo>
                <a:lnTo>
                  <a:pt x="103015" y="876299"/>
                </a:lnTo>
                <a:lnTo>
                  <a:pt x="105074" y="927099"/>
                </a:lnTo>
                <a:lnTo>
                  <a:pt x="110786" y="977899"/>
                </a:lnTo>
                <a:lnTo>
                  <a:pt x="120189" y="1028699"/>
                </a:lnTo>
                <a:lnTo>
                  <a:pt x="133320" y="1079499"/>
                </a:lnTo>
                <a:lnTo>
                  <a:pt x="150217" y="1130299"/>
                </a:lnTo>
                <a:lnTo>
                  <a:pt x="133602" y="1142999"/>
                </a:lnTo>
                <a:close/>
              </a:path>
              <a:path w="1747519" h="1739900">
                <a:moveTo>
                  <a:pt x="1160206" y="1600199"/>
                </a:moveTo>
                <a:lnTo>
                  <a:pt x="1153757" y="1587499"/>
                </a:lnTo>
                <a:lnTo>
                  <a:pt x="1201576" y="1562099"/>
                </a:lnTo>
                <a:lnTo>
                  <a:pt x="1247316" y="1536699"/>
                </a:lnTo>
                <a:lnTo>
                  <a:pt x="1290911" y="1511299"/>
                </a:lnTo>
                <a:lnTo>
                  <a:pt x="1332297" y="1485899"/>
                </a:lnTo>
                <a:lnTo>
                  <a:pt x="1371410" y="1460499"/>
                </a:lnTo>
                <a:lnTo>
                  <a:pt x="1408185" y="1422399"/>
                </a:lnTo>
                <a:lnTo>
                  <a:pt x="1442558" y="1384299"/>
                </a:lnTo>
                <a:lnTo>
                  <a:pt x="1474463" y="1346199"/>
                </a:lnTo>
                <a:lnTo>
                  <a:pt x="1503837" y="1308099"/>
                </a:lnTo>
                <a:lnTo>
                  <a:pt x="1530614" y="1269999"/>
                </a:lnTo>
                <a:lnTo>
                  <a:pt x="1554731" y="1231899"/>
                </a:lnTo>
                <a:lnTo>
                  <a:pt x="1576123" y="1181099"/>
                </a:lnTo>
                <a:lnTo>
                  <a:pt x="1594725" y="1142999"/>
                </a:lnTo>
                <a:lnTo>
                  <a:pt x="1610474" y="1092199"/>
                </a:lnTo>
                <a:lnTo>
                  <a:pt x="1623304" y="1041399"/>
                </a:lnTo>
                <a:lnTo>
                  <a:pt x="1633154" y="1003299"/>
                </a:lnTo>
                <a:lnTo>
                  <a:pt x="1639958" y="952499"/>
                </a:lnTo>
                <a:lnTo>
                  <a:pt x="1643653" y="901699"/>
                </a:lnTo>
                <a:lnTo>
                  <a:pt x="1644175" y="850899"/>
                </a:lnTo>
                <a:lnTo>
                  <a:pt x="1641459" y="800099"/>
                </a:lnTo>
                <a:lnTo>
                  <a:pt x="1635443" y="749299"/>
                </a:lnTo>
                <a:lnTo>
                  <a:pt x="1626061" y="698499"/>
                </a:lnTo>
                <a:lnTo>
                  <a:pt x="1613251" y="647699"/>
                </a:lnTo>
                <a:lnTo>
                  <a:pt x="1596948" y="596899"/>
                </a:lnTo>
                <a:lnTo>
                  <a:pt x="1589384" y="584199"/>
                </a:lnTo>
                <a:lnTo>
                  <a:pt x="1581279" y="558799"/>
                </a:lnTo>
                <a:lnTo>
                  <a:pt x="1572644" y="546099"/>
                </a:lnTo>
                <a:lnTo>
                  <a:pt x="1563494" y="520699"/>
                </a:lnTo>
                <a:lnTo>
                  <a:pt x="1553824" y="507999"/>
                </a:lnTo>
                <a:lnTo>
                  <a:pt x="1543637" y="482599"/>
                </a:lnTo>
                <a:lnTo>
                  <a:pt x="1532955" y="469899"/>
                </a:lnTo>
                <a:lnTo>
                  <a:pt x="1521799" y="444499"/>
                </a:lnTo>
                <a:lnTo>
                  <a:pt x="1536667" y="444499"/>
                </a:lnTo>
                <a:lnTo>
                  <a:pt x="1548129" y="457199"/>
                </a:lnTo>
                <a:lnTo>
                  <a:pt x="1559065" y="482599"/>
                </a:lnTo>
                <a:lnTo>
                  <a:pt x="1569473" y="495299"/>
                </a:lnTo>
                <a:lnTo>
                  <a:pt x="1579347" y="520699"/>
                </a:lnTo>
                <a:lnTo>
                  <a:pt x="1588718" y="533399"/>
                </a:lnTo>
                <a:lnTo>
                  <a:pt x="1597547" y="558799"/>
                </a:lnTo>
                <a:lnTo>
                  <a:pt x="1605830" y="571499"/>
                </a:lnTo>
                <a:lnTo>
                  <a:pt x="1613563" y="596899"/>
                </a:lnTo>
                <a:lnTo>
                  <a:pt x="1630240" y="647699"/>
                </a:lnTo>
                <a:lnTo>
                  <a:pt x="1643343" y="698499"/>
                </a:lnTo>
                <a:lnTo>
                  <a:pt x="1652938" y="749299"/>
                </a:lnTo>
                <a:lnTo>
                  <a:pt x="1659091" y="800099"/>
                </a:lnTo>
                <a:lnTo>
                  <a:pt x="1661867" y="850899"/>
                </a:lnTo>
                <a:lnTo>
                  <a:pt x="1661332" y="901699"/>
                </a:lnTo>
                <a:lnTo>
                  <a:pt x="1657550" y="952499"/>
                </a:lnTo>
                <a:lnTo>
                  <a:pt x="1650589" y="1003299"/>
                </a:lnTo>
                <a:lnTo>
                  <a:pt x="1640512" y="1054099"/>
                </a:lnTo>
                <a:lnTo>
                  <a:pt x="1627385" y="1092199"/>
                </a:lnTo>
                <a:lnTo>
                  <a:pt x="1611275" y="1142999"/>
                </a:lnTo>
                <a:lnTo>
                  <a:pt x="1592245" y="1193799"/>
                </a:lnTo>
                <a:lnTo>
                  <a:pt x="1570363" y="1231899"/>
                </a:lnTo>
                <a:lnTo>
                  <a:pt x="1545694" y="1282699"/>
                </a:lnTo>
                <a:lnTo>
                  <a:pt x="1518303" y="1320799"/>
                </a:lnTo>
                <a:lnTo>
                  <a:pt x="1488257" y="1358899"/>
                </a:lnTo>
                <a:lnTo>
                  <a:pt x="1455621" y="1396999"/>
                </a:lnTo>
                <a:lnTo>
                  <a:pt x="1420462" y="1435099"/>
                </a:lnTo>
                <a:lnTo>
                  <a:pt x="1382845" y="1473199"/>
                </a:lnTo>
                <a:lnTo>
                  <a:pt x="1342837" y="1498599"/>
                </a:lnTo>
                <a:lnTo>
                  <a:pt x="1300503" y="1523999"/>
                </a:lnTo>
                <a:lnTo>
                  <a:pt x="1255909" y="1562099"/>
                </a:lnTo>
                <a:lnTo>
                  <a:pt x="1209121" y="1574799"/>
                </a:lnTo>
                <a:lnTo>
                  <a:pt x="1160206" y="1600199"/>
                </a:lnTo>
                <a:close/>
              </a:path>
              <a:path w="1747519" h="1739900">
                <a:moveTo>
                  <a:pt x="269479" y="990599"/>
                </a:moveTo>
                <a:lnTo>
                  <a:pt x="266509" y="977899"/>
                </a:lnTo>
                <a:lnTo>
                  <a:pt x="263921" y="965199"/>
                </a:lnTo>
                <a:lnTo>
                  <a:pt x="261727" y="939799"/>
                </a:lnTo>
                <a:lnTo>
                  <a:pt x="259940" y="927099"/>
                </a:lnTo>
                <a:lnTo>
                  <a:pt x="258504" y="914399"/>
                </a:lnTo>
                <a:lnTo>
                  <a:pt x="257483" y="901699"/>
                </a:lnTo>
                <a:lnTo>
                  <a:pt x="256873" y="876299"/>
                </a:lnTo>
                <a:lnTo>
                  <a:pt x="256671" y="863599"/>
                </a:lnTo>
                <a:lnTo>
                  <a:pt x="259072" y="812799"/>
                </a:lnTo>
                <a:lnTo>
                  <a:pt x="266205" y="761999"/>
                </a:lnTo>
                <a:lnTo>
                  <a:pt x="277964" y="711199"/>
                </a:lnTo>
                <a:lnTo>
                  <a:pt x="294245" y="660399"/>
                </a:lnTo>
                <a:lnTo>
                  <a:pt x="314935" y="609599"/>
                </a:lnTo>
                <a:lnTo>
                  <a:pt x="339920" y="558799"/>
                </a:lnTo>
                <a:lnTo>
                  <a:pt x="369096" y="507999"/>
                </a:lnTo>
                <a:lnTo>
                  <a:pt x="402356" y="469899"/>
                </a:lnTo>
                <a:lnTo>
                  <a:pt x="436169" y="495299"/>
                </a:lnTo>
                <a:lnTo>
                  <a:pt x="405291" y="533399"/>
                </a:lnTo>
                <a:lnTo>
                  <a:pt x="378217" y="584199"/>
                </a:lnTo>
                <a:lnTo>
                  <a:pt x="355040" y="622299"/>
                </a:lnTo>
                <a:lnTo>
                  <a:pt x="335851" y="673099"/>
                </a:lnTo>
                <a:lnTo>
                  <a:pt x="320778" y="723899"/>
                </a:lnTo>
                <a:lnTo>
                  <a:pt x="309887" y="761999"/>
                </a:lnTo>
                <a:lnTo>
                  <a:pt x="303278" y="812799"/>
                </a:lnTo>
                <a:lnTo>
                  <a:pt x="301053" y="863599"/>
                </a:lnTo>
                <a:lnTo>
                  <a:pt x="301237" y="876299"/>
                </a:lnTo>
                <a:lnTo>
                  <a:pt x="302697" y="914399"/>
                </a:lnTo>
                <a:lnTo>
                  <a:pt x="307659" y="952499"/>
                </a:lnTo>
                <a:lnTo>
                  <a:pt x="312831" y="977899"/>
                </a:lnTo>
                <a:lnTo>
                  <a:pt x="269479" y="990599"/>
                </a:lnTo>
                <a:close/>
              </a:path>
              <a:path w="1747519" h="1739900">
                <a:moveTo>
                  <a:pt x="352690" y="1384299"/>
                </a:moveTo>
                <a:lnTo>
                  <a:pt x="317311" y="1346199"/>
                </a:lnTo>
                <a:lnTo>
                  <a:pt x="284965" y="1308099"/>
                </a:lnTo>
                <a:lnTo>
                  <a:pt x="255692" y="1269999"/>
                </a:lnTo>
                <a:lnTo>
                  <a:pt x="229537" y="1219199"/>
                </a:lnTo>
                <a:lnTo>
                  <a:pt x="206541" y="1181099"/>
                </a:lnTo>
                <a:lnTo>
                  <a:pt x="186747" y="1130299"/>
                </a:lnTo>
                <a:lnTo>
                  <a:pt x="170198" y="1092199"/>
                </a:lnTo>
                <a:lnTo>
                  <a:pt x="156935" y="1041399"/>
                </a:lnTo>
                <a:lnTo>
                  <a:pt x="146985" y="990599"/>
                </a:lnTo>
                <a:lnTo>
                  <a:pt x="140405" y="939799"/>
                </a:lnTo>
                <a:lnTo>
                  <a:pt x="137237" y="888999"/>
                </a:lnTo>
                <a:lnTo>
                  <a:pt x="137308" y="876299"/>
                </a:lnTo>
                <a:lnTo>
                  <a:pt x="137379" y="863599"/>
                </a:lnTo>
                <a:lnTo>
                  <a:pt x="141298" y="787399"/>
                </a:lnTo>
                <a:lnTo>
                  <a:pt x="148609" y="736599"/>
                </a:lnTo>
                <a:lnTo>
                  <a:pt x="159496" y="685799"/>
                </a:lnTo>
                <a:lnTo>
                  <a:pt x="173998" y="634999"/>
                </a:lnTo>
                <a:lnTo>
                  <a:pt x="241399" y="660399"/>
                </a:lnTo>
                <a:lnTo>
                  <a:pt x="226682" y="711199"/>
                </a:lnTo>
                <a:lnTo>
                  <a:pt x="216233" y="761999"/>
                </a:lnTo>
                <a:lnTo>
                  <a:pt x="209996" y="812799"/>
                </a:lnTo>
                <a:lnTo>
                  <a:pt x="207911" y="863599"/>
                </a:lnTo>
                <a:lnTo>
                  <a:pt x="209921" y="914399"/>
                </a:lnTo>
                <a:lnTo>
                  <a:pt x="215968" y="965199"/>
                </a:lnTo>
                <a:lnTo>
                  <a:pt x="225993" y="1015999"/>
                </a:lnTo>
                <a:lnTo>
                  <a:pt x="239943" y="1066799"/>
                </a:lnTo>
                <a:lnTo>
                  <a:pt x="257762" y="1117599"/>
                </a:lnTo>
                <a:lnTo>
                  <a:pt x="279393" y="1168399"/>
                </a:lnTo>
                <a:lnTo>
                  <a:pt x="304779" y="1219199"/>
                </a:lnTo>
                <a:lnTo>
                  <a:pt x="333862" y="1257299"/>
                </a:lnTo>
                <a:lnTo>
                  <a:pt x="366586" y="1295399"/>
                </a:lnTo>
                <a:lnTo>
                  <a:pt x="402894" y="1333499"/>
                </a:lnTo>
                <a:lnTo>
                  <a:pt x="352690" y="1384299"/>
                </a:lnTo>
                <a:close/>
              </a:path>
              <a:path w="1747519" h="1739900">
                <a:moveTo>
                  <a:pt x="343240" y="1562099"/>
                </a:moveTo>
                <a:lnTo>
                  <a:pt x="304946" y="1536699"/>
                </a:lnTo>
                <a:lnTo>
                  <a:pt x="268716" y="1498599"/>
                </a:lnTo>
                <a:lnTo>
                  <a:pt x="234589" y="1460499"/>
                </a:lnTo>
                <a:lnTo>
                  <a:pt x="202606" y="1422399"/>
                </a:lnTo>
                <a:lnTo>
                  <a:pt x="172806" y="1384299"/>
                </a:lnTo>
                <a:lnTo>
                  <a:pt x="145229" y="1346199"/>
                </a:lnTo>
                <a:lnTo>
                  <a:pt x="119917" y="1308099"/>
                </a:lnTo>
                <a:lnTo>
                  <a:pt x="96908" y="1269999"/>
                </a:lnTo>
                <a:lnTo>
                  <a:pt x="76242" y="1219199"/>
                </a:lnTo>
                <a:lnTo>
                  <a:pt x="57960" y="1181099"/>
                </a:lnTo>
                <a:lnTo>
                  <a:pt x="42101" y="1130299"/>
                </a:lnTo>
                <a:lnTo>
                  <a:pt x="28702" y="1092199"/>
                </a:lnTo>
                <a:lnTo>
                  <a:pt x="17804" y="1041399"/>
                </a:lnTo>
                <a:lnTo>
                  <a:pt x="9444" y="990599"/>
                </a:lnTo>
                <a:lnTo>
                  <a:pt x="3664" y="952499"/>
                </a:lnTo>
                <a:lnTo>
                  <a:pt x="503" y="901699"/>
                </a:lnTo>
                <a:lnTo>
                  <a:pt x="251" y="876299"/>
                </a:lnTo>
                <a:lnTo>
                  <a:pt x="125" y="863599"/>
                </a:lnTo>
                <a:lnTo>
                  <a:pt x="0" y="850899"/>
                </a:lnTo>
                <a:lnTo>
                  <a:pt x="2194" y="800099"/>
                </a:lnTo>
                <a:lnTo>
                  <a:pt x="7125" y="749299"/>
                </a:lnTo>
                <a:lnTo>
                  <a:pt x="14833" y="711199"/>
                </a:lnTo>
                <a:lnTo>
                  <a:pt x="58364" y="711199"/>
                </a:lnTo>
                <a:lnTo>
                  <a:pt x="50390" y="761999"/>
                </a:lnTo>
                <a:lnTo>
                  <a:pt x="45664" y="812799"/>
                </a:lnTo>
                <a:lnTo>
                  <a:pt x="44134" y="863599"/>
                </a:lnTo>
                <a:lnTo>
                  <a:pt x="45750" y="914399"/>
                </a:lnTo>
                <a:lnTo>
                  <a:pt x="50461" y="965199"/>
                </a:lnTo>
                <a:lnTo>
                  <a:pt x="58218" y="1015999"/>
                </a:lnTo>
                <a:lnTo>
                  <a:pt x="68969" y="1066799"/>
                </a:lnTo>
                <a:lnTo>
                  <a:pt x="82664" y="1117599"/>
                </a:lnTo>
                <a:lnTo>
                  <a:pt x="99252" y="1168399"/>
                </a:lnTo>
                <a:lnTo>
                  <a:pt x="118669" y="1206499"/>
                </a:lnTo>
                <a:lnTo>
                  <a:pt x="140876" y="1257299"/>
                </a:lnTo>
                <a:lnTo>
                  <a:pt x="165822" y="1295399"/>
                </a:lnTo>
                <a:lnTo>
                  <a:pt x="193456" y="1346199"/>
                </a:lnTo>
                <a:lnTo>
                  <a:pt x="223725" y="1384299"/>
                </a:lnTo>
                <a:lnTo>
                  <a:pt x="256576" y="1422399"/>
                </a:lnTo>
                <a:lnTo>
                  <a:pt x="291959" y="1460499"/>
                </a:lnTo>
                <a:lnTo>
                  <a:pt x="329822" y="1498599"/>
                </a:lnTo>
                <a:lnTo>
                  <a:pt x="370111" y="1523999"/>
                </a:lnTo>
                <a:lnTo>
                  <a:pt x="343240" y="1562099"/>
                </a:lnTo>
                <a:close/>
              </a:path>
              <a:path w="1747519" h="1739900">
                <a:moveTo>
                  <a:pt x="796292" y="1638299"/>
                </a:moveTo>
                <a:lnTo>
                  <a:pt x="690384" y="1638299"/>
                </a:lnTo>
                <a:lnTo>
                  <a:pt x="639783" y="1625599"/>
                </a:lnTo>
                <a:lnTo>
                  <a:pt x="590369" y="1600199"/>
                </a:lnTo>
                <a:lnTo>
                  <a:pt x="542300" y="1587499"/>
                </a:lnTo>
                <a:lnTo>
                  <a:pt x="495733" y="1562099"/>
                </a:lnTo>
                <a:lnTo>
                  <a:pt x="450804" y="1536699"/>
                </a:lnTo>
                <a:lnTo>
                  <a:pt x="407686" y="1498599"/>
                </a:lnTo>
                <a:lnTo>
                  <a:pt x="366532" y="1473199"/>
                </a:lnTo>
                <a:lnTo>
                  <a:pt x="327498" y="1435099"/>
                </a:lnTo>
                <a:lnTo>
                  <a:pt x="290740" y="1396999"/>
                </a:lnTo>
                <a:lnTo>
                  <a:pt x="256413" y="1358899"/>
                </a:lnTo>
                <a:lnTo>
                  <a:pt x="224673" y="1320799"/>
                </a:lnTo>
                <a:lnTo>
                  <a:pt x="195674" y="1269999"/>
                </a:lnTo>
                <a:lnTo>
                  <a:pt x="210901" y="1257299"/>
                </a:lnTo>
                <a:lnTo>
                  <a:pt x="239247" y="1308099"/>
                </a:lnTo>
                <a:lnTo>
                  <a:pt x="270275" y="1346199"/>
                </a:lnTo>
                <a:lnTo>
                  <a:pt x="303831" y="1384299"/>
                </a:lnTo>
                <a:lnTo>
                  <a:pt x="339764" y="1422399"/>
                </a:lnTo>
                <a:lnTo>
                  <a:pt x="377919" y="1460499"/>
                </a:lnTo>
                <a:lnTo>
                  <a:pt x="418145" y="1485899"/>
                </a:lnTo>
                <a:lnTo>
                  <a:pt x="460288" y="1511299"/>
                </a:lnTo>
                <a:lnTo>
                  <a:pt x="504197" y="1549399"/>
                </a:lnTo>
                <a:lnTo>
                  <a:pt x="549722" y="1562099"/>
                </a:lnTo>
                <a:lnTo>
                  <a:pt x="596714" y="1587499"/>
                </a:lnTo>
                <a:lnTo>
                  <a:pt x="796292" y="1638299"/>
                </a:lnTo>
                <a:close/>
              </a:path>
              <a:path w="1747519" h="1739900">
                <a:moveTo>
                  <a:pt x="949583" y="1600199"/>
                </a:moveTo>
                <a:lnTo>
                  <a:pt x="755687" y="1600199"/>
                </a:lnTo>
                <a:lnTo>
                  <a:pt x="616200" y="1562099"/>
                </a:lnTo>
                <a:lnTo>
                  <a:pt x="571593" y="1536699"/>
                </a:lnTo>
                <a:lnTo>
                  <a:pt x="528174" y="1523999"/>
                </a:lnTo>
                <a:lnTo>
                  <a:pt x="486094" y="1498599"/>
                </a:lnTo>
                <a:lnTo>
                  <a:pt x="445507" y="1460499"/>
                </a:lnTo>
                <a:lnTo>
                  <a:pt x="406566" y="1435099"/>
                </a:lnTo>
                <a:lnTo>
                  <a:pt x="451485" y="1384299"/>
                </a:lnTo>
                <a:lnTo>
                  <a:pt x="493761" y="1409699"/>
                </a:lnTo>
                <a:lnTo>
                  <a:pt x="538202" y="1447799"/>
                </a:lnTo>
                <a:lnTo>
                  <a:pt x="584564" y="1473199"/>
                </a:lnTo>
                <a:lnTo>
                  <a:pt x="682082" y="1498599"/>
                </a:lnTo>
                <a:lnTo>
                  <a:pt x="732765" y="1523999"/>
                </a:lnTo>
                <a:lnTo>
                  <a:pt x="784371" y="1523999"/>
                </a:lnTo>
                <a:lnTo>
                  <a:pt x="836666" y="1536699"/>
                </a:lnTo>
                <a:lnTo>
                  <a:pt x="943574" y="1536699"/>
                </a:lnTo>
                <a:lnTo>
                  <a:pt x="949583" y="1600199"/>
                </a:lnTo>
                <a:close/>
              </a:path>
              <a:path w="1747519" h="1739900">
                <a:moveTo>
                  <a:pt x="943574" y="1536699"/>
                </a:moveTo>
                <a:lnTo>
                  <a:pt x="889411" y="1536699"/>
                </a:lnTo>
                <a:lnTo>
                  <a:pt x="942372" y="1523999"/>
                </a:lnTo>
                <a:lnTo>
                  <a:pt x="943574" y="1536699"/>
                </a:lnTo>
                <a:close/>
              </a:path>
              <a:path w="1747519" h="1739900">
                <a:moveTo>
                  <a:pt x="1133788" y="1701799"/>
                </a:moveTo>
                <a:lnTo>
                  <a:pt x="880136" y="1701799"/>
                </a:lnTo>
                <a:lnTo>
                  <a:pt x="928892" y="1689099"/>
                </a:lnTo>
                <a:lnTo>
                  <a:pt x="977471" y="1689099"/>
                </a:lnTo>
                <a:lnTo>
                  <a:pt x="1025729" y="1676399"/>
                </a:lnTo>
                <a:lnTo>
                  <a:pt x="1073534" y="1676399"/>
                </a:lnTo>
                <a:lnTo>
                  <a:pt x="1120752" y="1663699"/>
                </a:lnTo>
                <a:lnTo>
                  <a:pt x="1167252" y="1638299"/>
                </a:lnTo>
                <a:lnTo>
                  <a:pt x="1212901" y="1625599"/>
                </a:lnTo>
                <a:lnTo>
                  <a:pt x="1257567" y="1600199"/>
                </a:lnTo>
                <a:lnTo>
                  <a:pt x="1301118" y="1574799"/>
                </a:lnTo>
                <a:lnTo>
                  <a:pt x="1343421" y="1549399"/>
                </a:lnTo>
                <a:lnTo>
                  <a:pt x="1368411" y="1587499"/>
                </a:lnTo>
                <a:lnTo>
                  <a:pt x="1323810" y="1612899"/>
                </a:lnTo>
                <a:lnTo>
                  <a:pt x="1277908" y="1638299"/>
                </a:lnTo>
                <a:lnTo>
                  <a:pt x="1230845" y="1663699"/>
                </a:lnTo>
                <a:lnTo>
                  <a:pt x="1182759" y="1689099"/>
                </a:lnTo>
                <a:lnTo>
                  <a:pt x="1133788" y="1701799"/>
                </a:lnTo>
                <a:close/>
              </a:path>
              <a:path w="1747519" h="1739900">
                <a:moveTo>
                  <a:pt x="982964" y="1739899"/>
                </a:moveTo>
                <a:lnTo>
                  <a:pt x="777755" y="1739899"/>
                </a:lnTo>
                <a:lnTo>
                  <a:pt x="575885" y="1689099"/>
                </a:lnTo>
                <a:lnTo>
                  <a:pt x="526983" y="1663699"/>
                </a:lnTo>
                <a:lnTo>
                  <a:pt x="478983" y="1650999"/>
                </a:lnTo>
                <a:lnTo>
                  <a:pt x="498912" y="1612899"/>
                </a:lnTo>
                <a:lnTo>
                  <a:pt x="544483" y="1625599"/>
                </a:lnTo>
                <a:lnTo>
                  <a:pt x="590911" y="1650999"/>
                </a:lnTo>
                <a:lnTo>
                  <a:pt x="734028" y="1689099"/>
                </a:lnTo>
                <a:lnTo>
                  <a:pt x="782573" y="1689099"/>
                </a:lnTo>
                <a:lnTo>
                  <a:pt x="831320" y="1701799"/>
                </a:lnTo>
                <a:lnTo>
                  <a:pt x="1133788" y="1701799"/>
                </a:lnTo>
                <a:lnTo>
                  <a:pt x="982964" y="1739899"/>
                </a:lnTo>
                <a:close/>
              </a:path>
              <a:path w="1747519" h="1739900">
                <a:moveTo>
                  <a:pt x="901528" y="1650999"/>
                </a:moveTo>
                <a:lnTo>
                  <a:pt x="794523" y="1650999"/>
                </a:lnTo>
                <a:lnTo>
                  <a:pt x="742017" y="1638299"/>
                </a:lnTo>
                <a:lnTo>
                  <a:pt x="900901" y="1638299"/>
                </a:lnTo>
                <a:lnTo>
                  <a:pt x="901528" y="1650999"/>
                </a:lnTo>
                <a:close/>
              </a:path>
            </a:pathLst>
          </a:custGeom>
          <a:solidFill>
            <a:srgbClr val="83E3F7">
              <a:alpha val="2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uter">
            <a:extLst>
              <a:ext uri="{FF2B5EF4-FFF2-40B4-BE49-F238E27FC236}">
                <a16:creationId xmlns:a16="http://schemas.microsoft.com/office/drawing/2014/main" id="{2FF0955C-06D2-A29D-50E9-445B4A79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8873"/>
            <a:ext cx="12319815" cy="1028370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66700"/>
            <a:ext cx="13385800" cy="2460930"/>
          </a:xfrm>
          <a:prstGeom prst="rect">
            <a:avLst/>
          </a:prstGeom>
        </p:spPr>
        <p:txBody>
          <a:bodyPr vert="horz" wrap="square" lIns="0" tIns="176530" rIns="0" bIns="0" rtlCol="0" anchor="ctr">
            <a:spAutoFit/>
          </a:bodyPr>
          <a:lstStyle/>
          <a:p>
            <a:pPr marL="12700" marR="5080">
              <a:lnSpc>
                <a:spcPts val="8920"/>
              </a:lnSpc>
              <a:spcBef>
                <a:spcPts val="1390"/>
              </a:spcBef>
            </a:pPr>
            <a:r>
              <a:rPr spc="-355" dirty="0"/>
              <a:t>SYSTEM </a:t>
            </a:r>
            <a:r>
              <a:rPr spc="-31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16515895" y="8170688"/>
            <a:ext cx="1747520" cy="1739900"/>
          </a:xfrm>
          <a:custGeom>
            <a:avLst/>
            <a:gdLst/>
            <a:ahLst/>
            <a:cxnLst/>
            <a:rect l="l" t="t" r="r" b="b"/>
            <a:pathLst>
              <a:path w="1747519" h="1739900">
                <a:moveTo>
                  <a:pt x="1110987" y="76199"/>
                </a:moveTo>
                <a:lnTo>
                  <a:pt x="1038856" y="50799"/>
                </a:lnTo>
                <a:lnTo>
                  <a:pt x="1002343" y="50799"/>
                </a:lnTo>
                <a:lnTo>
                  <a:pt x="965616" y="38099"/>
                </a:lnTo>
                <a:lnTo>
                  <a:pt x="817198" y="38099"/>
                </a:lnTo>
                <a:lnTo>
                  <a:pt x="814243" y="0"/>
                </a:lnTo>
                <a:lnTo>
                  <a:pt x="1009254" y="0"/>
                </a:lnTo>
                <a:lnTo>
                  <a:pt x="1085912" y="25399"/>
                </a:lnTo>
                <a:lnTo>
                  <a:pt x="1123661" y="25399"/>
                </a:lnTo>
                <a:lnTo>
                  <a:pt x="1110987" y="76199"/>
                </a:lnTo>
                <a:close/>
              </a:path>
              <a:path w="1747519" h="1739900">
                <a:moveTo>
                  <a:pt x="126347" y="507999"/>
                </a:moveTo>
                <a:lnTo>
                  <a:pt x="86399" y="482599"/>
                </a:lnTo>
                <a:lnTo>
                  <a:pt x="96290" y="469899"/>
                </a:lnTo>
                <a:lnTo>
                  <a:pt x="106681" y="444499"/>
                </a:lnTo>
                <a:lnTo>
                  <a:pt x="117567" y="431799"/>
                </a:lnTo>
                <a:lnTo>
                  <a:pt x="128945" y="406399"/>
                </a:lnTo>
                <a:lnTo>
                  <a:pt x="140815" y="393699"/>
                </a:lnTo>
                <a:lnTo>
                  <a:pt x="153173" y="368299"/>
                </a:lnTo>
                <a:lnTo>
                  <a:pt x="166001" y="355599"/>
                </a:lnTo>
                <a:lnTo>
                  <a:pt x="179283" y="342899"/>
                </a:lnTo>
                <a:lnTo>
                  <a:pt x="211700" y="292099"/>
                </a:lnTo>
                <a:lnTo>
                  <a:pt x="246268" y="253999"/>
                </a:lnTo>
                <a:lnTo>
                  <a:pt x="282876" y="228599"/>
                </a:lnTo>
                <a:lnTo>
                  <a:pt x="321413" y="190499"/>
                </a:lnTo>
                <a:lnTo>
                  <a:pt x="361770" y="165099"/>
                </a:lnTo>
                <a:lnTo>
                  <a:pt x="403834" y="126999"/>
                </a:lnTo>
                <a:lnTo>
                  <a:pt x="447447" y="101599"/>
                </a:lnTo>
                <a:lnTo>
                  <a:pt x="492540" y="76199"/>
                </a:lnTo>
                <a:lnTo>
                  <a:pt x="539000" y="63499"/>
                </a:lnTo>
                <a:lnTo>
                  <a:pt x="586719" y="38099"/>
                </a:lnTo>
                <a:lnTo>
                  <a:pt x="685486" y="12699"/>
                </a:lnTo>
                <a:lnTo>
                  <a:pt x="695025" y="63499"/>
                </a:lnTo>
                <a:lnTo>
                  <a:pt x="647650" y="63499"/>
                </a:lnTo>
                <a:lnTo>
                  <a:pt x="601254" y="88899"/>
                </a:lnTo>
                <a:lnTo>
                  <a:pt x="555946" y="101599"/>
                </a:lnTo>
                <a:lnTo>
                  <a:pt x="511832" y="126999"/>
                </a:lnTo>
                <a:lnTo>
                  <a:pt x="469019" y="139699"/>
                </a:lnTo>
                <a:lnTo>
                  <a:pt x="427615" y="165099"/>
                </a:lnTo>
                <a:lnTo>
                  <a:pt x="387737" y="190499"/>
                </a:lnTo>
                <a:lnTo>
                  <a:pt x="349460" y="228599"/>
                </a:lnTo>
                <a:lnTo>
                  <a:pt x="312893" y="253999"/>
                </a:lnTo>
                <a:lnTo>
                  <a:pt x="278143" y="292099"/>
                </a:lnTo>
                <a:lnTo>
                  <a:pt x="245319" y="330199"/>
                </a:lnTo>
                <a:lnTo>
                  <a:pt x="214528" y="368299"/>
                </a:lnTo>
                <a:lnTo>
                  <a:pt x="201917" y="380999"/>
                </a:lnTo>
                <a:lnTo>
                  <a:pt x="189751" y="393699"/>
                </a:lnTo>
                <a:lnTo>
                  <a:pt x="178039" y="419099"/>
                </a:lnTo>
                <a:lnTo>
                  <a:pt x="166788" y="431799"/>
                </a:lnTo>
                <a:lnTo>
                  <a:pt x="155991" y="457199"/>
                </a:lnTo>
                <a:lnTo>
                  <a:pt x="145644" y="469899"/>
                </a:lnTo>
                <a:lnTo>
                  <a:pt x="135758" y="482599"/>
                </a:lnTo>
                <a:lnTo>
                  <a:pt x="126347" y="507999"/>
                </a:lnTo>
                <a:close/>
              </a:path>
              <a:path w="1747519" h="1739900">
                <a:moveTo>
                  <a:pt x="589669" y="152399"/>
                </a:moveTo>
                <a:lnTo>
                  <a:pt x="546212" y="152399"/>
                </a:lnTo>
                <a:lnTo>
                  <a:pt x="564556" y="139699"/>
                </a:lnTo>
                <a:lnTo>
                  <a:pt x="583118" y="139699"/>
                </a:lnTo>
                <a:lnTo>
                  <a:pt x="601873" y="126999"/>
                </a:lnTo>
                <a:lnTo>
                  <a:pt x="817646" y="76199"/>
                </a:lnTo>
                <a:lnTo>
                  <a:pt x="927618" y="76199"/>
                </a:lnTo>
                <a:lnTo>
                  <a:pt x="1036767" y="101599"/>
                </a:lnTo>
                <a:lnTo>
                  <a:pt x="765391" y="101599"/>
                </a:lnTo>
                <a:lnTo>
                  <a:pt x="607964" y="139699"/>
                </a:lnTo>
                <a:lnTo>
                  <a:pt x="589669" y="152399"/>
                </a:lnTo>
                <a:close/>
              </a:path>
              <a:path w="1747519" h="1739900">
                <a:moveTo>
                  <a:pt x="1578497" y="1384299"/>
                </a:moveTo>
                <a:lnTo>
                  <a:pt x="1542803" y="1358899"/>
                </a:lnTo>
                <a:lnTo>
                  <a:pt x="1572074" y="1320799"/>
                </a:lnTo>
                <a:lnTo>
                  <a:pt x="1598344" y="1269999"/>
                </a:lnTo>
                <a:lnTo>
                  <a:pt x="1621631" y="1231899"/>
                </a:lnTo>
                <a:lnTo>
                  <a:pt x="1641955" y="1181099"/>
                </a:lnTo>
                <a:lnTo>
                  <a:pt x="1659333" y="1130299"/>
                </a:lnTo>
                <a:lnTo>
                  <a:pt x="1673784" y="1092199"/>
                </a:lnTo>
                <a:lnTo>
                  <a:pt x="1685326" y="1041399"/>
                </a:lnTo>
                <a:lnTo>
                  <a:pt x="1693978" y="990599"/>
                </a:lnTo>
                <a:lnTo>
                  <a:pt x="1699759" y="939799"/>
                </a:lnTo>
                <a:lnTo>
                  <a:pt x="1702686" y="888999"/>
                </a:lnTo>
                <a:lnTo>
                  <a:pt x="1702779" y="850899"/>
                </a:lnTo>
                <a:lnTo>
                  <a:pt x="1700056" y="800099"/>
                </a:lnTo>
                <a:lnTo>
                  <a:pt x="1694534" y="749299"/>
                </a:lnTo>
                <a:lnTo>
                  <a:pt x="1686245" y="698499"/>
                </a:lnTo>
                <a:lnTo>
                  <a:pt x="1675199" y="647699"/>
                </a:lnTo>
                <a:lnTo>
                  <a:pt x="1661415" y="609599"/>
                </a:lnTo>
                <a:lnTo>
                  <a:pt x="1644911" y="558799"/>
                </a:lnTo>
                <a:lnTo>
                  <a:pt x="1625706" y="520699"/>
                </a:lnTo>
                <a:lnTo>
                  <a:pt x="1603819" y="469899"/>
                </a:lnTo>
                <a:lnTo>
                  <a:pt x="1579269" y="431799"/>
                </a:lnTo>
                <a:lnTo>
                  <a:pt x="1552075" y="393699"/>
                </a:lnTo>
                <a:lnTo>
                  <a:pt x="1522255" y="355599"/>
                </a:lnTo>
                <a:lnTo>
                  <a:pt x="1489829" y="317499"/>
                </a:lnTo>
                <a:lnTo>
                  <a:pt x="1454815" y="279399"/>
                </a:lnTo>
                <a:lnTo>
                  <a:pt x="1417232" y="241299"/>
                </a:lnTo>
                <a:lnTo>
                  <a:pt x="1377099" y="203199"/>
                </a:lnTo>
                <a:lnTo>
                  <a:pt x="1340308" y="177799"/>
                </a:lnTo>
                <a:lnTo>
                  <a:pt x="1282216" y="139699"/>
                </a:lnTo>
                <a:lnTo>
                  <a:pt x="1262254" y="139699"/>
                </a:lnTo>
                <a:lnTo>
                  <a:pt x="1221561" y="114299"/>
                </a:lnTo>
                <a:lnTo>
                  <a:pt x="1240147" y="76199"/>
                </a:lnTo>
                <a:lnTo>
                  <a:pt x="1283191" y="101599"/>
                </a:lnTo>
                <a:lnTo>
                  <a:pt x="1304177" y="101599"/>
                </a:lnTo>
                <a:lnTo>
                  <a:pt x="1324790" y="114299"/>
                </a:lnTo>
                <a:lnTo>
                  <a:pt x="1364985" y="139699"/>
                </a:lnTo>
                <a:lnTo>
                  <a:pt x="1384633" y="152399"/>
                </a:lnTo>
                <a:lnTo>
                  <a:pt x="1403970" y="177799"/>
                </a:lnTo>
                <a:lnTo>
                  <a:pt x="1443325" y="203199"/>
                </a:lnTo>
                <a:lnTo>
                  <a:pt x="1480364" y="241299"/>
                </a:lnTo>
                <a:lnTo>
                  <a:pt x="1515071" y="279399"/>
                </a:lnTo>
                <a:lnTo>
                  <a:pt x="1547430" y="304799"/>
                </a:lnTo>
                <a:lnTo>
                  <a:pt x="1577425" y="342899"/>
                </a:lnTo>
                <a:lnTo>
                  <a:pt x="1605041" y="393699"/>
                </a:lnTo>
                <a:lnTo>
                  <a:pt x="1630262" y="431799"/>
                </a:lnTo>
                <a:lnTo>
                  <a:pt x="1653072" y="469899"/>
                </a:lnTo>
                <a:lnTo>
                  <a:pt x="1673456" y="520699"/>
                </a:lnTo>
                <a:lnTo>
                  <a:pt x="1691397" y="558799"/>
                </a:lnTo>
                <a:lnTo>
                  <a:pt x="1706880" y="609599"/>
                </a:lnTo>
                <a:lnTo>
                  <a:pt x="1719890" y="647699"/>
                </a:lnTo>
                <a:lnTo>
                  <a:pt x="1730409" y="698499"/>
                </a:lnTo>
                <a:lnTo>
                  <a:pt x="1738423" y="736599"/>
                </a:lnTo>
                <a:lnTo>
                  <a:pt x="1743907" y="787399"/>
                </a:lnTo>
                <a:lnTo>
                  <a:pt x="1746853" y="838199"/>
                </a:lnTo>
                <a:lnTo>
                  <a:pt x="1747049" y="863599"/>
                </a:lnTo>
                <a:lnTo>
                  <a:pt x="1747147" y="876299"/>
                </a:lnTo>
                <a:lnTo>
                  <a:pt x="1745069" y="927099"/>
                </a:lnTo>
                <a:lnTo>
                  <a:pt x="1740308" y="977899"/>
                </a:lnTo>
                <a:lnTo>
                  <a:pt x="1732946" y="1028699"/>
                </a:lnTo>
                <a:lnTo>
                  <a:pt x="1722967" y="1066799"/>
                </a:lnTo>
                <a:lnTo>
                  <a:pt x="1710355" y="1117599"/>
                </a:lnTo>
                <a:lnTo>
                  <a:pt x="1695094" y="1168399"/>
                </a:lnTo>
                <a:lnTo>
                  <a:pt x="1677168" y="1206499"/>
                </a:lnTo>
                <a:lnTo>
                  <a:pt x="1656561" y="1257299"/>
                </a:lnTo>
                <a:lnTo>
                  <a:pt x="1633258" y="1295399"/>
                </a:lnTo>
                <a:lnTo>
                  <a:pt x="1607241" y="1346199"/>
                </a:lnTo>
                <a:lnTo>
                  <a:pt x="1578497" y="1384299"/>
                </a:lnTo>
                <a:close/>
              </a:path>
              <a:path w="1747519" h="1739900">
                <a:moveTo>
                  <a:pt x="1137410" y="139699"/>
                </a:moveTo>
                <a:lnTo>
                  <a:pt x="979899" y="101599"/>
                </a:lnTo>
                <a:lnTo>
                  <a:pt x="1036767" y="101599"/>
                </a:lnTo>
                <a:lnTo>
                  <a:pt x="1143456" y="126999"/>
                </a:lnTo>
                <a:lnTo>
                  <a:pt x="1137410" y="139699"/>
                </a:lnTo>
                <a:close/>
              </a:path>
              <a:path w="1747519" h="1739900">
                <a:moveTo>
                  <a:pt x="317354" y="495299"/>
                </a:moveTo>
                <a:lnTo>
                  <a:pt x="258283" y="457199"/>
                </a:lnTo>
                <a:lnTo>
                  <a:pt x="268863" y="444499"/>
                </a:lnTo>
                <a:lnTo>
                  <a:pt x="279774" y="431799"/>
                </a:lnTo>
                <a:lnTo>
                  <a:pt x="291013" y="419099"/>
                </a:lnTo>
                <a:lnTo>
                  <a:pt x="302575" y="406399"/>
                </a:lnTo>
                <a:lnTo>
                  <a:pt x="314834" y="380999"/>
                </a:lnTo>
                <a:lnTo>
                  <a:pt x="327286" y="368299"/>
                </a:lnTo>
                <a:lnTo>
                  <a:pt x="339922" y="355599"/>
                </a:lnTo>
                <a:lnTo>
                  <a:pt x="352735" y="342899"/>
                </a:lnTo>
                <a:lnTo>
                  <a:pt x="390776" y="304799"/>
                </a:lnTo>
                <a:lnTo>
                  <a:pt x="431051" y="279399"/>
                </a:lnTo>
                <a:lnTo>
                  <a:pt x="473386" y="253999"/>
                </a:lnTo>
                <a:lnTo>
                  <a:pt x="517606" y="228599"/>
                </a:lnTo>
                <a:lnTo>
                  <a:pt x="563537" y="203199"/>
                </a:lnTo>
                <a:lnTo>
                  <a:pt x="610908" y="177799"/>
                </a:lnTo>
                <a:lnTo>
                  <a:pt x="659607" y="165099"/>
                </a:lnTo>
                <a:lnTo>
                  <a:pt x="811914" y="126999"/>
                </a:lnTo>
                <a:lnTo>
                  <a:pt x="817736" y="203199"/>
                </a:lnTo>
                <a:lnTo>
                  <a:pt x="771007" y="203199"/>
                </a:lnTo>
                <a:lnTo>
                  <a:pt x="635958" y="241299"/>
                </a:lnTo>
                <a:lnTo>
                  <a:pt x="593185" y="266699"/>
                </a:lnTo>
                <a:lnTo>
                  <a:pt x="551846" y="279399"/>
                </a:lnTo>
                <a:lnTo>
                  <a:pt x="511988" y="304799"/>
                </a:lnTo>
                <a:lnTo>
                  <a:pt x="473771" y="330199"/>
                </a:lnTo>
                <a:lnTo>
                  <a:pt x="437353" y="368299"/>
                </a:lnTo>
                <a:lnTo>
                  <a:pt x="402894" y="393699"/>
                </a:lnTo>
                <a:lnTo>
                  <a:pt x="368066" y="431799"/>
                </a:lnTo>
                <a:lnTo>
                  <a:pt x="336573" y="469899"/>
                </a:lnTo>
                <a:lnTo>
                  <a:pt x="326747" y="482599"/>
                </a:lnTo>
                <a:lnTo>
                  <a:pt x="317354" y="495299"/>
                </a:lnTo>
                <a:close/>
              </a:path>
              <a:path w="1747519" h="1739900">
                <a:moveTo>
                  <a:pt x="467205" y="215899"/>
                </a:moveTo>
                <a:lnTo>
                  <a:pt x="457934" y="203199"/>
                </a:lnTo>
                <a:lnTo>
                  <a:pt x="492654" y="177799"/>
                </a:lnTo>
                <a:lnTo>
                  <a:pt x="528112" y="152399"/>
                </a:lnTo>
                <a:lnTo>
                  <a:pt x="571542" y="152399"/>
                </a:lnTo>
                <a:lnTo>
                  <a:pt x="535860" y="177799"/>
                </a:lnTo>
                <a:lnTo>
                  <a:pt x="518262" y="177799"/>
                </a:lnTo>
                <a:lnTo>
                  <a:pt x="500944" y="190499"/>
                </a:lnTo>
                <a:lnTo>
                  <a:pt x="483921" y="203199"/>
                </a:lnTo>
                <a:lnTo>
                  <a:pt x="467205" y="215899"/>
                </a:lnTo>
                <a:close/>
              </a:path>
              <a:path w="1747519" h="1739900">
                <a:moveTo>
                  <a:pt x="1455920" y="368299"/>
                </a:moveTo>
                <a:lnTo>
                  <a:pt x="1408420" y="317499"/>
                </a:lnTo>
                <a:lnTo>
                  <a:pt x="1356722" y="266699"/>
                </a:lnTo>
                <a:lnTo>
                  <a:pt x="1301121" y="228599"/>
                </a:lnTo>
                <a:lnTo>
                  <a:pt x="1271990" y="203199"/>
                </a:lnTo>
                <a:lnTo>
                  <a:pt x="1242028" y="190499"/>
                </a:lnTo>
                <a:lnTo>
                  <a:pt x="1250492" y="177799"/>
                </a:lnTo>
                <a:lnTo>
                  <a:pt x="1281182" y="190499"/>
                </a:lnTo>
                <a:lnTo>
                  <a:pt x="1311008" y="215899"/>
                </a:lnTo>
                <a:lnTo>
                  <a:pt x="1339909" y="228599"/>
                </a:lnTo>
                <a:lnTo>
                  <a:pt x="1394776" y="279399"/>
                </a:lnTo>
                <a:lnTo>
                  <a:pt x="1445563" y="330199"/>
                </a:lnTo>
                <a:lnTo>
                  <a:pt x="1469311" y="355599"/>
                </a:lnTo>
                <a:lnTo>
                  <a:pt x="1455920" y="368299"/>
                </a:lnTo>
                <a:close/>
              </a:path>
              <a:path w="1747519" h="1739900">
                <a:moveTo>
                  <a:pt x="133602" y="1142999"/>
                </a:moveTo>
                <a:lnTo>
                  <a:pt x="118044" y="1092199"/>
                </a:lnTo>
                <a:lnTo>
                  <a:pt x="105536" y="1041399"/>
                </a:lnTo>
                <a:lnTo>
                  <a:pt x="96051" y="1003299"/>
                </a:lnTo>
                <a:lnTo>
                  <a:pt x="89560" y="952499"/>
                </a:lnTo>
                <a:lnTo>
                  <a:pt x="86036" y="901699"/>
                </a:lnTo>
                <a:lnTo>
                  <a:pt x="85450" y="850899"/>
                </a:lnTo>
                <a:lnTo>
                  <a:pt x="87775" y="800099"/>
                </a:lnTo>
                <a:lnTo>
                  <a:pt x="92982" y="761999"/>
                </a:lnTo>
                <a:lnTo>
                  <a:pt x="101044" y="711199"/>
                </a:lnTo>
                <a:lnTo>
                  <a:pt x="111950" y="660399"/>
                </a:lnTo>
                <a:lnTo>
                  <a:pt x="125662" y="622299"/>
                </a:lnTo>
                <a:lnTo>
                  <a:pt x="142151" y="571499"/>
                </a:lnTo>
                <a:lnTo>
                  <a:pt x="161391" y="533399"/>
                </a:lnTo>
                <a:lnTo>
                  <a:pt x="183353" y="482599"/>
                </a:lnTo>
                <a:lnTo>
                  <a:pt x="208010" y="444499"/>
                </a:lnTo>
                <a:lnTo>
                  <a:pt x="235334" y="406399"/>
                </a:lnTo>
                <a:lnTo>
                  <a:pt x="265297" y="368299"/>
                </a:lnTo>
                <a:lnTo>
                  <a:pt x="297873" y="330199"/>
                </a:lnTo>
                <a:lnTo>
                  <a:pt x="310771" y="342899"/>
                </a:lnTo>
                <a:lnTo>
                  <a:pt x="275125" y="380999"/>
                </a:lnTo>
                <a:lnTo>
                  <a:pt x="242714" y="419099"/>
                </a:lnTo>
                <a:lnTo>
                  <a:pt x="213577" y="469899"/>
                </a:lnTo>
                <a:lnTo>
                  <a:pt x="187753" y="520699"/>
                </a:lnTo>
                <a:lnTo>
                  <a:pt x="165281" y="558799"/>
                </a:lnTo>
                <a:lnTo>
                  <a:pt x="146201" y="609599"/>
                </a:lnTo>
                <a:lnTo>
                  <a:pt x="130553" y="660399"/>
                </a:lnTo>
                <a:lnTo>
                  <a:pt x="118375" y="711199"/>
                </a:lnTo>
                <a:lnTo>
                  <a:pt x="109703" y="761999"/>
                </a:lnTo>
                <a:lnTo>
                  <a:pt x="104570" y="812799"/>
                </a:lnTo>
                <a:lnTo>
                  <a:pt x="103015" y="876299"/>
                </a:lnTo>
                <a:lnTo>
                  <a:pt x="105074" y="927099"/>
                </a:lnTo>
                <a:lnTo>
                  <a:pt x="110786" y="977899"/>
                </a:lnTo>
                <a:lnTo>
                  <a:pt x="120189" y="1028699"/>
                </a:lnTo>
                <a:lnTo>
                  <a:pt x="133320" y="1079499"/>
                </a:lnTo>
                <a:lnTo>
                  <a:pt x="150217" y="1130299"/>
                </a:lnTo>
                <a:lnTo>
                  <a:pt x="133602" y="1142999"/>
                </a:lnTo>
                <a:close/>
              </a:path>
              <a:path w="1747519" h="1739900">
                <a:moveTo>
                  <a:pt x="1160206" y="1600199"/>
                </a:moveTo>
                <a:lnTo>
                  <a:pt x="1153757" y="1587499"/>
                </a:lnTo>
                <a:lnTo>
                  <a:pt x="1201576" y="1562099"/>
                </a:lnTo>
                <a:lnTo>
                  <a:pt x="1247316" y="1536699"/>
                </a:lnTo>
                <a:lnTo>
                  <a:pt x="1290911" y="1511299"/>
                </a:lnTo>
                <a:lnTo>
                  <a:pt x="1332297" y="1485899"/>
                </a:lnTo>
                <a:lnTo>
                  <a:pt x="1371410" y="1460499"/>
                </a:lnTo>
                <a:lnTo>
                  <a:pt x="1408185" y="1422399"/>
                </a:lnTo>
                <a:lnTo>
                  <a:pt x="1442558" y="1384299"/>
                </a:lnTo>
                <a:lnTo>
                  <a:pt x="1474463" y="1346199"/>
                </a:lnTo>
                <a:lnTo>
                  <a:pt x="1503837" y="1308099"/>
                </a:lnTo>
                <a:lnTo>
                  <a:pt x="1530614" y="1269999"/>
                </a:lnTo>
                <a:lnTo>
                  <a:pt x="1554731" y="1231899"/>
                </a:lnTo>
                <a:lnTo>
                  <a:pt x="1576123" y="1181099"/>
                </a:lnTo>
                <a:lnTo>
                  <a:pt x="1594725" y="1142999"/>
                </a:lnTo>
                <a:lnTo>
                  <a:pt x="1610474" y="1092199"/>
                </a:lnTo>
                <a:lnTo>
                  <a:pt x="1623304" y="1041399"/>
                </a:lnTo>
                <a:lnTo>
                  <a:pt x="1633154" y="1003299"/>
                </a:lnTo>
                <a:lnTo>
                  <a:pt x="1639958" y="952499"/>
                </a:lnTo>
                <a:lnTo>
                  <a:pt x="1643653" y="901699"/>
                </a:lnTo>
                <a:lnTo>
                  <a:pt x="1644175" y="850899"/>
                </a:lnTo>
                <a:lnTo>
                  <a:pt x="1641459" y="800099"/>
                </a:lnTo>
                <a:lnTo>
                  <a:pt x="1635443" y="749299"/>
                </a:lnTo>
                <a:lnTo>
                  <a:pt x="1626061" y="698499"/>
                </a:lnTo>
                <a:lnTo>
                  <a:pt x="1613251" y="647699"/>
                </a:lnTo>
                <a:lnTo>
                  <a:pt x="1596948" y="596899"/>
                </a:lnTo>
                <a:lnTo>
                  <a:pt x="1589384" y="584199"/>
                </a:lnTo>
                <a:lnTo>
                  <a:pt x="1581279" y="558799"/>
                </a:lnTo>
                <a:lnTo>
                  <a:pt x="1572644" y="546099"/>
                </a:lnTo>
                <a:lnTo>
                  <a:pt x="1563494" y="520699"/>
                </a:lnTo>
                <a:lnTo>
                  <a:pt x="1553824" y="507999"/>
                </a:lnTo>
                <a:lnTo>
                  <a:pt x="1543637" y="482599"/>
                </a:lnTo>
                <a:lnTo>
                  <a:pt x="1532955" y="469899"/>
                </a:lnTo>
                <a:lnTo>
                  <a:pt x="1521799" y="444499"/>
                </a:lnTo>
                <a:lnTo>
                  <a:pt x="1536667" y="444499"/>
                </a:lnTo>
                <a:lnTo>
                  <a:pt x="1548129" y="457199"/>
                </a:lnTo>
                <a:lnTo>
                  <a:pt x="1559065" y="482599"/>
                </a:lnTo>
                <a:lnTo>
                  <a:pt x="1569473" y="495299"/>
                </a:lnTo>
                <a:lnTo>
                  <a:pt x="1579347" y="520699"/>
                </a:lnTo>
                <a:lnTo>
                  <a:pt x="1588718" y="533399"/>
                </a:lnTo>
                <a:lnTo>
                  <a:pt x="1597547" y="558799"/>
                </a:lnTo>
                <a:lnTo>
                  <a:pt x="1605830" y="571499"/>
                </a:lnTo>
                <a:lnTo>
                  <a:pt x="1613563" y="596899"/>
                </a:lnTo>
                <a:lnTo>
                  <a:pt x="1630240" y="647699"/>
                </a:lnTo>
                <a:lnTo>
                  <a:pt x="1643343" y="698499"/>
                </a:lnTo>
                <a:lnTo>
                  <a:pt x="1652938" y="749299"/>
                </a:lnTo>
                <a:lnTo>
                  <a:pt x="1659091" y="800099"/>
                </a:lnTo>
                <a:lnTo>
                  <a:pt x="1661867" y="850899"/>
                </a:lnTo>
                <a:lnTo>
                  <a:pt x="1661332" y="901699"/>
                </a:lnTo>
                <a:lnTo>
                  <a:pt x="1657550" y="952499"/>
                </a:lnTo>
                <a:lnTo>
                  <a:pt x="1650589" y="1003299"/>
                </a:lnTo>
                <a:lnTo>
                  <a:pt x="1640512" y="1054099"/>
                </a:lnTo>
                <a:lnTo>
                  <a:pt x="1627385" y="1092199"/>
                </a:lnTo>
                <a:lnTo>
                  <a:pt x="1611275" y="1142999"/>
                </a:lnTo>
                <a:lnTo>
                  <a:pt x="1592245" y="1193799"/>
                </a:lnTo>
                <a:lnTo>
                  <a:pt x="1570363" y="1231899"/>
                </a:lnTo>
                <a:lnTo>
                  <a:pt x="1545694" y="1282699"/>
                </a:lnTo>
                <a:lnTo>
                  <a:pt x="1518303" y="1320799"/>
                </a:lnTo>
                <a:lnTo>
                  <a:pt x="1488257" y="1358899"/>
                </a:lnTo>
                <a:lnTo>
                  <a:pt x="1455621" y="1396999"/>
                </a:lnTo>
                <a:lnTo>
                  <a:pt x="1420462" y="1435099"/>
                </a:lnTo>
                <a:lnTo>
                  <a:pt x="1382845" y="1473199"/>
                </a:lnTo>
                <a:lnTo>
                  <a:pt x="1342837" y="1498599"/>
                </a:lnTo>
                <a:lnTo>
                  <a:pt x="1300503" y="1523999"/>
                </a:lnTo>
                <a:lnTo>
                  <a:pt x="1255909" y="1562099"/>
                </a:lnTo>
                <a:lnTo>
                  <a:pt x="1209121" y="1574799"/>
                </a:lnTo>
                <a:lnTo>
                  <a:pt x="1160206" y="1600199"/>
                </a:lnTo>
                <a:close/>
              </a:path>
              <a:path w="1747519" h="1739900">
                <a:moveTo>
                  <a:pt x="269479" y="990599"/>
                </a:moveTo>
                <a:lnTo>
                  <a:pt x="266509" y="977899"/>
                </a:lnTo>
                <a:lnTo>
                  <a:pt x="263921" y="965199"/>
                </a:lnTo>
                <a:lnTo>
                  <a:pt x="261727" y="939799"/>
                </a:lnTo>
                <a:lnTo>
                  <a:pt x="259940" y="927099"/>
                </a:lnTo>
                <a:lnTo>
                  <a:pt x="258504" y="914399"/>
                </a:lnTo>
                <a:lnTo>
                  <a:pt x="257483" y="901699"/>
                </a:lnTo>
                <a:lnTo>
                  <a:pt x="256873" y="876299"/>
                </a:lnTo>
                <a:lnTo>
                  <a:pt x="256671" y="863599"/>
                </a:lnTo>
                <a:lnTo>
                  <a:pt x="259072" y="812799"/>
                </a:lnTo>
                <a:lnTo>
                  <a:pt x="266205" y="761999"/>
                </a:lnTo>
                <a:lnTo>
                  <a:pt x="277964" y="711199"/>
                </a:lnTo>
                <a:lnTo>
                  <a:pt x="294245" y="660399"/>
                </a:lnTo>
                <a:lnTo>
                  <a:pt x="314935" y="609599"/>
                </a:lnTo>
                <a:lnTo>
                  <a:pt x="339920" y="558799"/>
                </a:lnTo>
                <a:lnTo>
                  <a:pt x="369096" y="507999"/>
                </a:lnTo>
                <a:lnTo>
                  <a:pt x="402356" y="469899"/>
                </a:lnTo>
                <a:lnTo>
                  <a:pt x="436169" y="495299"/>
                </a:lnTo>
                <a:lnTo>
                  <a:pt x="405291" y="533399"/>
                </a:lnTo>
                <a:lnTo>
                  <a:pt x="378217" y="584199"/>
                </a:lnTo>
                <a:lnTo>
                  <a:pt x="355040" y="622299"/>
                </a:lnTo>
                <a:lnTo>
                  <a:pt x="335851" y="673099"/>
                </a:lnTo>
                <a:lnTo>
                  <a:pt x="320778" y="723899"/>
                </a:lnTo>
                <a:lnTo>
                  <a:pt x="309887" y="761999"/>
                </a:lnTo>
                <a:lnTo>
                  <a:pt x="303278" y="812799"/>
                </a:lnTo>
                <a:lnTo>
                  <a:pt x="301053" y="863599"/>
                </a:lnTo>
                <a:lnTo>
                  <a:pt x="301237" y="876299"/>
                </a:lnTo>
                <a:lnTo>
                  <a:pt x="302697" y="914399"/>
                </a:lnTo>
                <a:lnTo>
                  <a:pt x="307659" y="952499"/>
                </a:lnTo>
                <a:lnTo>
                  <a:pt x="312831" y="977899"/>
                </a:lnTo>
                <a:lnTo>
                  <a:pt x="269479" y="990599"/>
                </a:lnTo>
                <a:close/>
              </a:path>
              <a:path w="1747519" h="1739900">
                <a:moveTo>
                  <a:pt x="352690" y="1384299"/>
                </a:moveTo>
                <a:lnTo>
                  <a:pt x="317311" y="1346199"/>
                </a:lnTo>
                <a:lnTo>
                  <a:pt x="284965" y="1308099"/>
                </a:lnTo>
                <a:lnTo>
                  <a:pt x="255692" y="1269999"/>
                </a:lnTo>
                <a:lnTo>
                  <a:pt x="229537" y="1219199"/>
                </a:lnTo>
                <a:lnTo>
                  <a:pt x="206541" y="1181099"/>
                </a:lnTo>
                <a:lnTo>
                  <a:pt x="186747" y="1130299"/>
                </a:lnTo>
                <a:lnTo>
                  <a:pt x="170198" y="1092199"/>
                </a:lnTo>
                <a:lnTo>
                  <a:pt x="156935" y="1041399"/>
                </a:lnTo>
                <a:lnTo>
                  <a:pt x="146985" y="990599"/>
                </a:lnTo>
                <a:lnTo>
                  <a:pt x="140405" y="939799"/>
                </a:lnTo>
                <a:lnTo>
                  <a:pt x="137237" y="888999"/>
                </a:lnTo>
                <a:lnTo>
                  <a:pt x="137308" y="876299"/>
                </a:lnTo>
                <a:lnTo>
                  <a:pt x="137379" y="863599"/>
                </a:lnTo>
                <a:lnTo>
                  <a:pt x="141298" y="787399"/>
                </a:lnTo>
                <a:lnTo>
                  <a:pt x="148609" y="736599"/>
                </a:lnTo>
                <a:lnTo>
                  <a:pt x="159496" y="685799"/>
                </a:lnTo>
                <a:lnTo>
                  <a:pt x="173998" y="634999"/>
                </a:lnTo>
                <a:lnTo>
                  <a:pt x="241399" y="660399"/>
                </a:lnTo>
                <a:lnTo>
                  <a:pt x="226682" y="711199"/>
                </a:lnTo>
                <a:lnTo>
                  <a:pt x="216233" y="761999"/>
                </a:lnTo>
                <a:lnTo>
                  <a:pt x="209996" y="812799"/>
                </a:lnTo>
                <a:lnTo>
                  <a:pt x="207911" y="863599"/>
                </a:lnTo>
                <a:lnTo>
                  <a:pt x="209921" y="914399"/>
                </a:lnTo>
                <a:lnTo>
                  <a:pt x="215968" y="965199"/>
                </a:lnTo>
                <a:lnTo>
                  <a:pt x="225993" y="1015999"/>
                </a:lnTo>
                <a:lnTo>
                  <a:pt x="239943" y="1066799"/>
                </a:lnTo>
                <a:lnTo>
                  <a:pt x="257762" y="1117599"/>
                </a:lnTo>
                <a:lnTo>
                  <a:pt x="279393" y="1168399"/>
                </a:lnTo>
                <a:lnTo>
                  <a:pt x="304779" y="1219199"/>
                </a:lnTo>
                <a:lnTo>
                  <a:pt x="333862" y="1257299"/>
                </a:lnTo>
                <a:lnTo>
                  <a:pt x="366586" y="1295399"/>
                </a:lnTo>
                <a:lnTo>
                  <a:pt x="402894" y="1333499"/>
                </a:lnTo>
                <a:lnTo>
                  <a:pt x="352690" y="1384299"/>
                </a:lnTo>
                <a:close/>
              </a:path>
              <a:path w="1747519" h="1739900">
                <a:moveTo>
                  <a:pt x="343240" y="1562099"/>
                </a:moveTo>
                <a:lnTo>
                  <a:pt x="304946" y="1536699"/>
                </a:lnTo>
                <a:lnTo>
                  <a:pt x="268716" y="1498599"/>
                </a:lnTo>
                <a:lnTo>
                  <a:pt x="234589" y="1460499"/>
                </a:lnTo>
                <a:lnTo>
                  <a:pt x="202606" y="1422399"/>
                </a:lnTo>
                <a:lnTo>
                  <a:pt x="172806" y="1384299"/>
                </a:lnTo>
                <a:lnTo>
                  <a:pt x="145229" y="1346199"/>
                </a:lnTo>
                <a:lnTo>
                  <a:pt x="119917" y="1308099"/>
                </a:lnTo>
                <a:lnTo>
                  <a:pt x="96908" y="1269999"/>
                </a:lnTo>
                <a:lnTo>
                  <a:pt x="76242" y="1219199"/>
                </a:lnTo>
                <a:lnTo>
                  <a:pt x="57960" y="1181099"/>
                </a:lnTo>
                <a:lnTo>
                  <a:pt x="42101" y="1130299"/>
                </a:lnTo>
                <a:lnTo>
                  <a:pt x="28702" y="1092199"/>
                </a:lnTo>
                <a:lnTo>
                  <a:pt x="17804" y="1041399"/>
                </a:lnTo>
                <a:lnTo>
                  <a:pt x="9444" y="990599"/>
                </a:lnTo>
                <a:lnTo>
                  <a:pt x="3664" y="952499"/>
                </a:lnTo>
                <a:lnTo>
                  <a:pt x="503" y="901699"/>
                </a:lnTo>
                <a:lnTo>
                  <a:pt x="251" y="876299"/>
                </a:lnTo>
                <a:lnTo>
                  <a:pt x="125" y="863599"/>
                </a:lnTo>
                <a:lnTo>
                  <a:pt x="0" y="850899"/>
                </a:lnTo>
                <a:lnTo>
                  <a:pt x="2194" y="800099"/>
                </a:lnTo>
                <a:lnTo>
                  <a:pt x="7125" y="749299"/>
                </a:lnTo>
                <a:lnTo>
                  <a:pt x="14833" y="711199"/>
                </a:lnTo>
                <a:lnTo>
                  <a:pt x="58364" y="711199"/>
                </a:lnTo>
                <a:lnTo>
                  <a:pt x="50390" y="761999"/>
                </a:lnTo>
                <a:lnTo>
                  <a:pt x="45664" y="812799"/>
                </a:lnTo>
                <a:lnTo>
                  <a:pt x="44134" y="863599"/>
                </a:lnTo>
                <a:lnTo>
                  <a:pt x="45750" y="914399"/>
                </a:lnTo>
                <a:lnTo>
                  <a:pt x="50461" y="965199"/>
                </a:lnTo>
                <a:lnTo>
                  <a:pt x="58218" y="1015999"/>
                </a:lnTo>
                <a:lnTo>
                  <a:pt x="68969" y="1066799"/>
                </a:lnTo>
                <a:lnTo>
                  <a:pt x="82664" y="1117599"/>
                </a:lnTo>
                <a:lnTo>
                  <a:pt x="99252" y="1168399"/>
                </a:lnTo>
                <a:lnTo>
                  <a:pt x="118669" y="1206499"/>
                </a:lnTo>
                <a:lnTo>
                  <a:pt x="140876" y="1257299"/>
                </a:lnTo>
                <a:lnTo>
                  <a:pt x="165822" y="1295399"/>
                </a:lnTo>
                <a:lnTo>
                  <a:pt x="193456" y="1346199"/>
                </a:lnTo>
                <a:lnTo>
                  <a:pt x="223725" y="1384299"/>
                </a:lnTo>
                <a:lnTo>
                  <a:pt x="256576" y="1422399"/>
                </a:lnTo>
                <a:lnTo>
                  <a:pt x="291959" y="1460499"/>
                </a:lnTo>
                <a:lnTo>
                  <a:pt x="329822" y="1498599"/>
                </a:lnTo>
                <a:lnTo>
                  <a:pt x="370111" y="1523999"/>
                </a:lnTo>
                <a:lnTo>
                  <a:pt x="343240" y="1562099"/>
                </a:lnTo>
                <a:close/>
              </a:path>
              <a:path w="1747519" h="1739900">
                <a:moveTo>
                  <a:pt x="796292" y="1638299"/>
                </a:moveTo>
                <a:lnTo>
                  <a:pt x="690384" y="1638299"/>
                </a:lnTo>
                <a:lnTo>
                  <a:pt x="639783" y="1625599"/>
                </a:lnTo>
                <a:lnTo>
                  <a:pt x="590369" y="1600199"/>
                </a:lnTo>
                <a:lnTo>
                  <a:pt x="542300" y="1587499"/>
                </a:lnTo>
                <a:lnTo>
                  <a:pt x="495733" y="1562099"/>
                </a:lnTo>
                <a:lnTo>
                  <a:pt x="450804" y="1536699"/>
                </a:lnTo>
                <a:lnTo>
                  <a:pt x="407686" y="1498599"/>
                </a:lnTo>
                <a:lnTo>
                  <a:pt x="366532" y="1473199"/>
                </a:lnTo>
                <a:lnTo>
                  <a:pt x="327498" y="1435099"/>
                </a:lnTo>
                <a:lnTo>
                  <a:pt x="290740" y="1396999"/>
                </a:lnTo>
                <a:lnTo>
                  <a:pt x="256413" y="1358899"/>
                </a:lnTo>
                <a:lnTo>
                  <a:pt x="224673" y="1320799"/>
                </a:lnTo>
                <a:lnTo>
                  <a:pt x="195674" y="1269999"/>
                </a:lnTo>
                <a:lnTo>
                  <a:pt x="210901" y="1257299"/>
                </a:lnTo>
                <a:lnTo>
                  <a:pt x="239247" y="1308099"/>
                </a:lnTo>
                <a:lnTo>
                  <a:pt x="270275" y="1346199"/>
                </a:lnTo>
                <a:lnTo>
                  <a:pt x="303831" y="1384299"/>
                </a:lnTo>
                <a:lnTo>
                  <a:pt x="339764" y="1422399"/>
                </a:lnTo>
                <a:lnTo>
                  <a:pt x="377919" y="1460499"/>
                </a:lnTo>
                <a:lnTo>
                  <a:pt x="418145" y="1485899"/>
                </a:lnTo>
                <a:lnTo>
                  <a:pt x="460288" y="1511299"/>
                </a:lnTo>
                <a:lnTo>
                  <a:pt x="504197" y="1549399"/>
                </a:lnTo>
                <a:lnTo>
                  <a:pt x="549722" y="1562099"/>
                </a:lnTo>
                <a:lnTo>
                  <a:pt x="596714" y="1587499"/>
                </a:lnTo>
                <a:lnTo>
                  <a:pt x="796292" y="1638299"/>
                </a:lnTo>
                <a:close/>
              </a:path>
              <a:path w="1747519" h="1739900">
                <a:moveTo>
                  <a:pt x="949583" y="1600199"/>
                </a:moveTo>
                <a:lnTo>
                  <a:pt x="755687" y="1600199"/>
                </a:lnTo>
                <a:lnTo>
                  <a:pt x="616200" y="1562099"/>
                </a:lnTo>
                <a:lnTo>
                  <a:pt x="571593" y="1536699"/>
                </a:lnTo>
                <a:lnTo>
                  <a:pt x="528174" y="1523999"/>
                </a:lnTo>
                <a:lnTo>
                  <a:pt x="486094" y="1498599"/>
                </a:lnTo>
                <a:lnTo>
                  <a:pt x="445507" y="1460499"/>
                </a:lnTo>
                <a:lnTo>
                  <a:pt x="406566" y="1435099"/>
                </a:lnTo>
                <a:lnTo>
                  <a:pt x="451485" y="1384299"/>
                </a:lnTo>
                <a:lnTo>
                  <a:pt x="493761" y="1409699"/>
                </a:lnTo>
                <a:lnTo>
                  <a:pt x="538202" y="1447799"/>
                </a:lnTo>
                <a:lnTo>
                  <a:pt x="584564" y="1473199"/>
                </a:lnTo>
                <a:lnTo>
                  <a:pt x="682082" y="1498599"/>
                </a:lnTo>
                <a:lnTo>
                  <a:pt x="732765" y="1523999"/>
                </a:lnTo>
                <a:lnTo>
                  <a:pt x="784371" y="1523999"/>
                </a:lnTo>
                <a:lnTo>
                  <a:pt x="836666" y="1536699"/>
                </a:lnTo>
                <a:lnTo>
                  <a:pt x="943574" y="1536699"/>
                </a:lnTo>
                <a:lnTo>
                  <a:pt x="949583" y="1600199"/>
                </a:lnTo>
                <a:close/>
              </a:path>
              <a:path w="1747519" h="1739900">
                <a:moveTo>
                  <a:pt x="943574" y="1536699"/>
                </a:moveTo>
                <a:lnTo>
                  <a:pt x="889411" y="1536699"/>
                </a:lnTo>
                <a:lnTo>
                  <a:pt x="942372" y="1523999"/>
                </a:lnTo>
                <a:lnTo>
                  <a:pt x="943574" y="1536699"/>
                </a:lnTo>
                <a:close/>
              </a:path>
              <a:path w="1747519" h="1739900">
                <a:moveTo>
                  <a:pt x="1133788" y="1701799"/>
                </a:moveTo>
                <a:lnTo>
                  <a:pt x="880136" y="1701799"/>
                </a:lnTo>
                <a:lnTo>
                  <a:pt x="928892" y="1689099"/>
                </a:lnTo>
                <a:lnTo>
                  <a:pt x="977471" y="1689099"/>
                </a:lnTo>
                <a:lnTo>
                  <a:pt x="1025729" y="1676399"/>
                </a:lnTo>
                <a:lnTo>
                  <a:pt x="1073534" y="1676399"/>
                </a:lnTo>
                <a:lnTo>
                  <a:pt x="1120752" y="1663699"/>
                </a:lnTo>
                <a:lnTo>
                  <a:pt x="1167252" y="1638299"/>
                </a:lnTo>
                <a:lnTo>
                  <a:pt x="1212901" y="1625599"/>
                </a:lnTo>
                <a:lnTo>
                  <a:pt x="1257567" y="1600199"/>
                </a:lnTo>
                <a:lnTo>
                  <a:pt x="1301118" y="1574799"/>
                </a:lnTo>
                <a:lnTo>
                  <a:pt x="1343421" y="1549399"/>
                </a:lnTo>
                <a:lnTo>
                  <a:pt x="1368411" y="1587499"/>
                </a:lnTo>
                <a:lnTo>
                  <a:pt x="1323810" y="1612899"/>
                </a:lnTo>
                <a:lnTo>
                  <a:pt x="1277908" y="1638299"/>
                </a:lnTo>
                <a:lnTo>
                  <a:pt x="1230845" y="1663699"/>
                </a:lnTo>
                <a:lnTo>
                  <a:pt x="1182759" y="1689099"/>
                </a:lnTo>
                <a:lnTo>
                  <a:pt x="1133788" y="1701799"/>
                </a:lnTo>
                <a:close/>
              </a:path>
              <a:path w="1747519" h="1739900">
                <a:moveTo>
                  <a:pt x="982964" y="1739899"/>
                </a:moveTo>
                <a:lnTo>
                  <a:pt x="777755" y="1739899"/>
                </a:lnTo>
                <a:lnTo>
                  <a:pt x="575885" y="1689099"/>
                </a:lnTo>
                <a:lnTo>
                  <a:pt x="526983" y="1663699"/>
                </a:lnTo>
                <a:lnTo>
                  <a:pt x="478983" y="1650999"/>
                </a:lnTo>
                <a:lnTo>
                  <a:pt x="498912" y="1612899"/>
                </a:lnTo>
                <a:lnTo>
                  <a:pt x="544483" y="1625599"/>
                </a:lnTo>
                <a:lnTo>
                  <a:pt x="590911" y="1650999"/>
                </a:lnTo>
                <a:lnTo>
                  <a:pt x="734028" y="1689099"/>
                </a:lnTo>
                <a:lnTo>
                  <a:pt x="782573" y="1689099"/>
                </a:lnTo>
                <a:lnTo>
                  <a:pt x="831320" y="1701799"/>
                </a:lnTo>
                <a:lnTo>
                  <a:pt x="1133788" y="1701799"/>
                </a:lnTo>
                <a:lnTo>
                  <a:pt x="982964" y="1739899"/>
                </a:lnTo>
                <a:close/>
              </a:path>
              <a:path w="1747519" h="1739900">
                <a:moveTo>
                  <a:pt x="901528" y="1650999"/>
                </a:moveTo>
                <a:lnTo>
                  <a:pt x="794523" y="1650999"/>
                </a:lnTo>
                <a:lnTo>
                  <a:pt x="742017" y="1638299"/>
                </a:lnTo>
                <a:lnTo>
                  <a:pt x="900901" y="1638299"/>
                </a:lnTo>
                <a:lnTo>
                  <a:pt x="901528" y="1650999"/>
                </a:lnTo>
                <a:close/>
              </a:path>
            </a:pathLst>
          </a:custGeom>
          <a:solidFill>
            <a:srgbClr val="83E3F7">
              <a:alpha val="70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957" rIns="0" bIns="0" rtlCol="0">
            <a:spAutoFit/>
          </a:bodyPr>
          <a:lstStyle/>
          <a:p>
            <a:pPr marL="3690620">
              <a:lnSpc>
                <a:spcPct val="100000"/>
              </a:lnSpc>
              <a:spcBef>
                <a:spcPts val="130"/>
              </a:spcBef>
            </a:pPr>
            <a:r>
              <a:rPr spc="-930" dirty="0"/>
              <a:t>KEY</a:t>
            </a:r>
            <a:r>
              <a:rPr spc="-900" dirty="0"/>
              <a:t> </a:t>
            </a:r>
            <a:r>
              <a:rPr spc="-455" dirty="0"/>
              <a:t>FEATURES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2855543"/>
            <a:ext cx="18141315" cy="6632575"/>
            <a:chOff x="0" y="2855543"/>
            <a:chExt cx="18141315" cy="6632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855543"/>
              <a:ext cx="18140780" cy="66325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479" y="4021921"/>
              <a:ext cx="168559" cy="1685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479" y="4583785"/>
              <a:ext cx="168559" cy="1685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479" y="5145649"/>
              <a:ext cx="168559" cy="1685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6479" y="5707513"/>
              <a:ext cx="168559" cy="1685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6479" y="6269377"/>
              <a:ext cx="168559" cy="1685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6479" y="6831241"/>
              <a:ext cx="168559" cy="1685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6479" y="7393106"/>
              <a:ext cx="168559" cy="1685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6479" y="7954970"/>
              <a:ext cx="168559" cy="16855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128436" y="3738777"/>
            <a:ext cx="12973050" cy="45980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4420"/>
              </a:lnSpc>
              <a:spcBef>
                <a:spcPts val="755"/>
              </a:spcBef>
            </a:pPr>
            <a:r>
              <a:rPr sz="4200" b="1" spc="185" dirty="0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sz="4200" b="1" spc="155" dirty="0">
                <a:solidFill>
                  <a:srgbClr val="FFFFFF"/>
                </a:solidFill>
                <a:latin typeface="Trebuchet MS"/>
                <a:cs typeface="Trebuchet MS"/>
              </a:rPr>
              <a:t>ROLE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180" dirty="0">
                <a:solidFill>
                  <a:srgbClr val="FFFFFF"/>
                </a:solidFill>
                <a:latin typeface="Trebuchet MS"/>
                <a:cs typeface="Trebuchet MS"/>
              </a:rPr>
              <a:t>LOGIN</a:t>
            </a:r>
            <a:r>
              <a:rPr sz="4200" b="1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45" dirty="0">
                <a:solidFill>
                  <a:srgbClr val="FFFFFF"/>
                </a:solidFill>
                <a:latin typeface="Trebuchet MS"/>
                <a:cs typeface="Trebuchet MS"/>
              </a:rPr>
              <a:t>(ADMIN/TEACHER/STUDENT) </a:t>
            </a:r>
            <a:r>
              <a:rPr sz="4200" b="1" spc="195" dirty="0">
                <a:solidFill>
                  <a:srgbClr val="FFFFFF"/>
                </a:solidFill>
                <a:latin typeface="Trebuchet MS"/>
                <a:cs typeface="Trebuchet MS"/>
              </a:rPr>
              <a:t>PERSONALIZED</a:t>
            </a:r>
            <a:r>
              <a:rPr sz="42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50" dirty="0">
                <a:solidFill>
                  <a:srgbClr val="FFFFFF"/>
                </a:solidFill>
                <a:latin typeface="Trebuchet MS"/>
                <a:cs typeface="Trebuchet MS"/>
              </a:rPr>
              <a:t>DASHBOARDS</a:t>
            </a:r>
            <a:endParaRPr sz="4200">
              <a:latin typeface="Trebuchet MS"/>
              <a:cs typeface="Trebuchet MS"/>
            </a:endParaRPr>
          </a:p>
          <a:p>
            <a:pPr marL="12700" marR="3813810">
              <a:lnSpc>
                <a:spcPts val="4420"/>
              </a:lnSpc>
              <a:spcBef>
                <a:spcPts val="10"/>
              </a:spcBef>
            </a:pPr>
            <a:r>
              <a:rPr sz="4200" b="1" spc="114" dirty="0">
                <a:solidFill>
                  <a:srgbClr val="FFFFFF"/>
                </a:solidFill>
                <a:latin typeface="Trebuchet MS"/>
                <a:cs typeface="Trebuchet MS"/>
              </a:rPr>
              <a:t>AI-</a:t>
            </a:r>
            <a:r>
              <a:rPr sz="4200" b="1" spc="200" dirty="0">
                <a:solidFill>
                  <a:srgbClr val="FFFFFF"/>
                </a:solidFill>
                <a:latin typeface="Trebuchet MS"/>
                <a:cs typeface="Trebuchet MS"/>
              </a:rPr>
              <a:t>DRIVEN</a:t>
            </a:r>
            <a:r>
              <a:rPr sz="4200" b="1" spc="-2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195" dirty="0">
                <a:solidFill>
                  <a:srgbClr val="FFFFFF"/>
                </a:solidFill>
                <a:latin typeface="Trebuchet MS"/>
                <a:cs typeface="Trebuchet MS"/>
              </a:rPr>
              <a:t>QUESTION</a:t>
            </a:r>
            <a:r>
              <a:rPr sz="4200" b="1" spc="-2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160" dirty="0">
                <a:solidFill>
                  <a:srgbClr val="FFFFFF"/>
                </a:solidFill>
                <a:latin typeface="Trebuchet MS"/>
                <a:cs typeface="Trebuchet MS"/>
              </a:rPr>
              <a:t>GENERATION </a:t>
            </a:r>
            <a:r>
              <a:rPr sz="4200" b="1" spc="125" dirty="0">
                <a:solidFill>
                  <a:srgbClr val="FFFFFF"/>
                </a:solidFill>
                <a:latin typeface="Trebuchet MS"/>
                <a:cs typeface="Trebuchet MS"/>
              </a:rPr>
              <a:t>ADAPTIVE</a:t>
            </a:r>
            <a:r>
              <a:rPr sz="42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25" dirty="0">
                <a:solidFill>
                  <a:srgbClr val="FFFFFF"/>
                </a:solidFill>
                <a:latin typeface="Trebuchet MS"/>
                <a:cs typeface="Trebuchet MS"/>
              </a:rPr>
              <a:t>EXAM</a:t>
            </a:r>
            <a:r>
              <a:rPr sz="42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54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4200">
              <a:latin typeface="Trebuchet MS"/>
              <a:cs typeface="Trebuchet MS"/>
            </a:endParaRPr>
          </a:p>
          <a:p>
            <a:pPr marL="12700" marR="4323080">
              <a:lnSpc>
                <a:spcPts val="4420"/>
              </a:lnSpc>
              <a:spcBef>
                <a:spcPts val="10"/>
              </a:spcBef>
            </a:pPr>
            <a:r>
              <a:rPr sz="4200" b="1" spc="220" dirty="0">
                <a:solidFill>
                  <a:srgbClr val="FFFFFF"/>
                </a:solidFill>
                <a:latin typeface="Trebuchet MS"/>
                <a:cs typeface="Trebuchet MS"/>
              </a:rPr>
              <a:t>NOTES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-715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335" dirty="0">
                <a:solidFill>
                  <a:srgbClr val="FFFFFF"/>
                </a:solidFill>
                <a:latin typeface="Trebuchet MS"/>
                <a:cs typeface="Trebuchet MS"/>
              </a:rPr>
              <a:t>MY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65" dirty="0">
                <a:solidFill>
                  <a:srgbClr val="FFFFFF"/>
                </a:solidFill>
                <a:latin typeface="Trebuchet MS"/>
                <a:cs typeface="Trebuchet MS"/>
              </a:rPr>
              <a:t>COURSES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190" dirty="0">
                <a:solidFill>
                  <a:srgbClr val="FFFFFF"/>
                </a:solidFill>
                <a:latin typeface="Trebuchet MS"/>
                <a:cs typeface="Trebuchet MS"/>
              </a:rPr>
              <a:t>SECTION </a:t>
            </a:r>
            <a:r>
              <a:rPr sz="4200" b="1" spc="180" dirty="0">
                <a:solidFill>
                  <a:srgbClr val="FFFFFF"/>
                </a:solidFill>
                <a:latin typeface="Trebuchet MS"/>
                <a:cs typeface="Trebuchet MS"/>
              </a:rPr>
              <a:t>AUTOMATED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29" dirty="0">
                <a:solidFill>
                  <a:srgbClr val="FFFFFF"/>
                </a:solidFill>
                <a:latin typeface="Trebuchet MS"/>
                <a:cs typeface="Trebuchet MS"/>
              </a:rPr>
              <a:t>SCORING </a:t>
            </a:r>
            <a:r>
              <a:rPr sz="4200" b="1" spc="95" dirty="0">
                <a:solidFill>
                  <a:srgbClr val="FFFFFF"/>
                </a:solidFill>
                <a:latin typeface="Trebuchet MS"/>
                <a:cs typeface="Trebuchet MS"/>
              </a:rPr>
              <a:t>CERTIFICATE</a:t>
            </a:r>
            <a:r>
              <a:rPr sz="4200" b="1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160" dirty="0">
                <a:solidFill>
                  <a:srgbClr val="FFFFFF"/>
                </a:solidFill>
                <a:latin typeface="Trebuchet MS"/>
                <a:cs typeface="Trebuchet MS"/>
              </a:rPr>
              <a:t>AUTO-GENERATION</a:t>
            </a:r>
            <a:endParaRPr sz="4200">
              <a:latin typeface="Trebuchet MS"/>
              <a:cs typeface="Trebuchet MS"/>
            </a:endParaRPr>
          </a:p>
          <a:p>
            <a:pPr marL="12700">
              <a:lnSpc>
                <a:spcPts val="4390"/>
              </a:lnSpc>
            </a:pPr>
            <a:r>
              <a:rPr sz="4200" b="1" spc="229" dirty="0">
                <a:solidFill>
                  <a:srgbClr val="FFFFFF"/>
                </a:solidFill>
                <a:latin typeface="Trebuchet MS"/>
                <a:cs typeface="Trebuchet MS"/>
              </a:rPr>
              <a:t>WEEKLY</a:t>
            </a:r>
            <a:r>
              <a:rPr sz="4200" b="1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25" dirty="0">
                <a:solidFill>
                  <a:srgbClr val="FFFFFF"/>
                </a:solidFill>
                <a:latin typeface="Trebuchet MS"/>
                <a:cs typeface="Trebuchet MS"/>
              </a:rPr>
              <a:t>MONTHLY</a:t>
            </a:r>
            <a:r>
              <a:rPr sz="42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b="1" spc="200" dirty="0">
                <a:solidFill>
                  <a:srgbClr val="FFFFFF"/>
                </a:solidFill>
                <a:latin typeface="Trebuchet MS"/>
                <a:cs typeface="Trebuchet MS"/>
              </a:rPr>
              <a:t>LEADERBOARDS</a:t>
            </a:r>
            <a:endParaRPr sz="4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695325" marR="5080">
              <a:lnSpc>
                <a:spcPts val="8920"/>
              </a:lnSpc>
              <a:spcBef>
                <a:spcPts val="1390"/>
              </a:spcBef>
            </a:pPr>
            <a:r>
              <a:rPr spc="-265" dirty="0"/>
              <a:t>ADAPTIVE</a:t>
            </a:r>
            <a:r>
              <a:rPr spc="-894" dirty="0"/>
              <a:t> </a:t>
            </a:r>
            <a:r>
              <a:rPr spc="-625" dirty="0"/>
              <a:t>EXAM </a:t>
            </a:r>
            <a:r>
              <a:rPr spc="-380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16007962" y="7291983"/>
            <a:ext cx="1747520" cy="1739900"/>
          </a:xfrm>
          <a:custGeom>
            <a:avLst/>
            <a:gdLst/>
            <a:ahLst/>
            <a:cxnLst/>
            <a:rect l="l" t="t" r="r" b="b"/>
            <a:pathLst>
              <a:path w="1747519" h="1739900">
                <a:moveTo>
                  <a:pt x="1110987" y="76199"/>
                </a:moveTo>
                <a:lnTo>
                  <a:pt x="1038856" y="50799"/>
                </a:lnTo>
                <a:lnTo>
                  <a:pt x="1002343" y="50799"/>
                </a:lnTo>
                <a:lnTo>
                  <a:pt x="965616" y="38099"/>
                </a:lnTo>
                <a:lnTo>
                  <a:pt x="817198" y="38099"/>
                </a:lnTo>
                <a:lnTo>
                  <a:pt x="814243" y="0"/>
                </a:lnTo>
                <a:lnTo>
                  <a:pt x="1009254" y="0"/>
                </a:lnTo>
                <a:lnTo>
                  <a:pt x="1085912" y="25399"/>
                </a:lnTo>
                <a:lnTo>
                  <a:pt x="1123661" y="25399"/>
                </a:lnTo>
                <a:lnTo>
                  <a:pt x="1110987" y="76199"/>
                </a:lnTo>
                <a:close/>
              </a:path>
              <a:path w="1747519" h="1739900">
                <a:moveTo>
                  <a:pt x="126347" y="507999"/>
                </a:moveTo>
                <a:lnTo>
                  <a:pt x="86399" y="482599"/>
                </a:lnTo>
                <a:lnTo>
                  <a:pt x="96290" y="469899"/>
                </a:lnTo>
                <a:lnTo>
                  <a:pt x="106681" y="444499"/>
                </a:lnTo>
                <a:lnTo>
                  <a:pt x="117567" y="431799"/>
                </a:lnTo>
                <a:lnTo>
                  <a:pt x="128945" y="406399"/>
                </a:lnTo>
                <a:lnTo>
                  <a:pt x="140815" y="393699"/>
                </a:lnTo>
                <a:lnTo>
                  <a:pt x="153173" y="368299"/>
                </a:lnTo>
                <a:lnTo>
                  <a:pt x="166001" y="355599"/>
                </a:lnTo>
                <a:lnTo>
                  <a:pt x="179283" y="342899"/>
                </a:lnTo>
                <a:lnTo>
                  <a:pt x="211700" y="292099"/>
                </a:lnTo>
                <a:lnTo>
                  <a:pt x="246268" y="253999"/>
                </a:lnTo>
                <a:lnTo>
                  <a:pt x="282876" y="228599"/>
                </a:lnTo>
                <a:lnTo>
                  <a:pt x="321413" y="190499"/>
                </a:lnTo>
                <a:lnTo>
                  <a:pt x="361770" y="165099"/>
                </a:lnTo>
                <a:lnTo>
                  <a:pt x="403834" y="126999"/>
                </a:lnTo>
                <a:lnTo>
                  <a:pt x="447447" y="101599"/>
                </a:lnTo>
                <a:lnTo>
                  <a:pt x="492540" y="76199"/>
                </a:lnTo>
                <a:lnTo>
                  <a:pt x="539000" y="63499"/>
                </a:lnTo>
                <a:lnTo>
                  <a:pt x="586719" y="38099"/>
                </a:lnTo>
                <a:lnTo>
                  <a:pt x="685486" y="12699"/>
                </a:lnTo>
                <a:lnTo>
                  <a:pt x="695025" y="63499"/>
                </a:lnTo>
                <a:lnTo>
                  <a:pt x="647650" y="63499"/>
                </a:lnTo>
                <a:lnTo>
                  <a:pt x="601254" y="88899"/>
                </a:lnTo>
                <a:lnTo>
                  <a:pt x="555946" y="101599"/>
                </a:lnTo>
                <a:lnTo>
                  <a:pt x="511832" y="126999"/>
                </a:lnTo>
                <a:lnTo>
                  <a:pt x="469019" y="139699"/>
                </a:lnTo>
                <a:lnTo>
                  <a:pt x="427615" y="165099"/>
                </a:lnTo>
                <a:lnTo>
                  <a:pt x="387737" y="190499"/>
                </a:lnTo>
                <a:lnTo>
                  <a:pt x="349460" y="228599"/>
                </a:lnTo>
                <a:lnTo>
                  <a:pt x="312893" y="253999"/>
                </a:lnTo>
                <a:lnTo>
                  <a:pt x="278143" y="292099"/>
                </a:lnTo>
                <a:lnTo>
                  <a:pt x="245319" y="330199"/>
                </a:lnTo>
                <a:lnTo>
                  <a:pt x="214528" y="368299"/>
                </a:lnTo>
                <a:lnTo>
                  <a:pt x="201917" y="380999"/>
                </a:lnTo>
                <a:lnTo>
                  <a:pt x="189751" y="393699"/>
                </a:lnTo>
                <a:lnTo>
                  <a:pt x="178039" y="419099"/>
                </a:lnTo>
                <a:lnTo>
                  <a:pt x="166788" y="431799"/>
                </a:lnTo>
                <a:lnTo>
                  <a:pt x="155991" y="457199"/>
                </a:lnTo>
                <a:lnTo>
                  <a:pt x="145644" y="469899"/>
                </a:lnTo>
                <a:lnTo>
                  <a:pt x="135758" y="482599"/>
                </a:lnTo>
                <a:lnTo>
                  <a:pt x="126347" y="507999"/>
                </a:lnTo>
                <a:close/>
              </a:path>
              <a:path w="1747519" h="1739900">
                <a:moveTo>
                  <a:pt x="589669" y="152399"/>
                </a:moveTo>
                <a:lnTo>
                  <a:pt x="546212" y="152399"/>
                </a:lnTo>
                <a:lnTo>
                  <a:pt x="564556" y="139699"/>
                </a:lnTo>
                <a:lnTo>
                  <a:pt x="583118" y="139699"/>
                </a:lnTo>
                <a:lnTo>
                  <a:pt x="601873" y="126999"/>
                </a:lnTo>
                <a:lnTo>
                  <a:pt x="817646" y="76199"/>
                </a:lnTo>
                <a:lnTo>
                  <a:pt x="927618" y="76199"/>
                </a:lnTo>
                <a:lnTo>
                  <a:pt x="1036767" y="101599"/>
                </a:lnTo>
                <a:lnTo>
                  <a:pt x="765391" y="101599"/>
                </a:lnTo>
                <a:lnTo>
                  <a:pt x="607964" y="139699"/>
                </a:lnTo>
                <a:lnTo>
                  <a:pt x="589669" y="152399"/>
                </a:lnTo>
                <a:close/>
              </a:path>
              <a:path w="1747519" h="1739900">
                <a:moveTo>
                  <a:pt x="1578497" y="1384299"/>
                </a:moveTo>
                <a:lnTo>
                  <a:pt x="1542803" y="1358899"/>
                </a:lnTo>
                <a:lnTo>
                  <a:pt x="1572074" y="1320799"/>
                </a:lnTo>
                <a:lnTo>
                  <a:pt x="1598344" y="1269999"/>
                </a:lnTo>
                <a:lnTo>
                  <a:pt x="1621631" y="1231899"/>
                </a:lnTo>
                <a:lnTo>
                  <a:pt x="1641955" y="1181099"/>
                </a:lnTo>
                <a:lnTo>
                  <a:pt x="1659333" y="1130299"/>
                </a:lnTo>
                <a:lnTo>
                  <a:pt x="1673784" y="1092199"/>
                </a:lnTo>
                <a:lnTo>
                  <a:pt x="1685326" y="1041399"/>
                </a:lnTo>
                <a:lnTo>
                  <a:pt x="1693978" y="990599"/>
                </a:lnTo>
                <a:lnTo>
                  <a:pt x="1699759" y="939799"/>
                </a:lnTo>
                <a:lnTo>
                  <a:pt x="1702686" y="888999"/>
                </a:lnTo>
                <a:lnTo>
                  <a:pt x="1702779" y="850899"/>
                </a:lnTo>
                <a:lnTo>
                  <a:pt x="1700056" y="800099"/>
                </a:lnTo>
                <a:lnTo>
                  <a:pt x="1694534" y="749299"/>
                </a:lnTo>
                <a:lnTo>
                  <a:pt x="1686245" y="698499"/>
                </a:lnTo>
                <a:lnTo>
                  <a:pt x="1675199" y="647699"/>
                </a:lnTo>
                <a:lnTo>
                  <a:pt x="1661415" y="609599"/>
                </a:lnTo>
                <a:lnTo>
                  <a:pt x="1644911" y="558799"/>
                </a:lnTo>
                <a:lnTo>
                  <a:pt x="1625706" y="520699"/>
                </a:lnTo>
                <a:lnTo>
                  <a:pt x="1603819" y="469899"/>
                </a:lnTo>
                <a:lnTo>
                  <a:pt x="1579269" y="431799"/>
                </a:lnTo>
                <a:lnTo>
                  <a:pt x="1552075" y="393699"/>
                </a:lnTo>
                <a:lnTo>
                  <a:pt x="1522255" y="355599"/>
                </a:lnTo>
                <a:lnTo>
                  <a:pt x="1489829" y="317499"/>
                </a:lnTo>
                <a:lnTo>
                  <a:pt x="1454815" y="279399"/>
                </a:lnTo>
                <a:lnTo>
                  <a:pt x="1417232" y="241299"/>
                </a:lnTo>
                <a:lnTo>
                  <a:pt x="1377099" y="203199"/>
                </a:lnTo>
                <a:lnTo>
                  <a:pt x="1340308" y="177799"/>
                </a:lnTo>
                <a:lnTo>
                  <a:pt x="1282216" y="139699"/>
                </a:lnTo>
                <a:lnTo>
                  <a:pt x="1262254" y="139699"/>
                </a:lnTo>
                <a:lnTo>
                  <a:pt x="1221561" y="114299"/>
                </a:lnTo>
                <a:lnTo>
                  <a:pt x="1240147" y="76199"/>
                </a:lnTo>
                <a:lnTo>
                  <a:pt x="1283191" y="101599"/>
                </a:lnTo>
                <a:lnTo>
                  <a:pt x="1304177" y="101599"/>
                </a:lnTo>
                <a:lnTo>
                  <a:pt x="1324790" y="114299"/>
                </a:lnTo>
                <a:lnTo>
                  <a:pt x="1364985" y="139699"/>
                </a:lnTo>
                <a:lnTo>
                  <a:pt x="1384633" y="152399"/>
                </a:lnTo>
                <a:lnTo>
                  <a:pt x="1403970" y="177799"/>
                </a:lnTo>
                <a:lnTo>
                  <a:pt x="1443325" y="203199"/>
                </a:lnTo>
                <a:lnTo>
                  <a:pt x="1480364" y="241299"/>
                </a:lnTo>
                <a:lnTo>
                  <a:pt x="1515071" y="279399"/>
                </a:lnTo>
                <a:lnTo>
                  <a:pt x="1547430" y="304799"/>
                </a:lnTo>
                <a:lnTo>
                  <a:pt x="1577425" y="342899"/>
                </a:lnTo>
                <a:lnTo>
                  <a:pt x="1605041" y="393699"/>
                </a:lnTo>
                <a:lnTo>
                  <a:pt x="1630262" y="431799"/>
                </a:lnTo>
                <a:lnTo>
                  <a:pt x="1653072" y="469899"/>
                </a:lnTo>
                <a:lnTo>
                  <a:pt x="1673456" y="520699"/>
                </a:lnTo>
                <a:lnTo>
                  <a:pt x="1691397" y="558799"/>
                </a:lnTo>
                <a:lnTo>
                  <a:pt x="1706880" y="609599"/>
                </a:lnTo>
                <a:lnTo>
                  <a:pt x="1719890" y="647699"/>
                </a:lnTo>
                <a:lnTo>
                  <a:pt x="1730409" y="698499"/>
                </a:lnTo>
                <a:lnTo>
                  <a:pt x="1738423" y="736599"/>
                </a:lnTo>
                <a:lnTo>
                  <a:pt x="1743907" y="787399"/>
                </a:lnTo>
                <a:lnTo>
                  <a:pt x="1746853" y="838199"/>
                </a:lnTo>
                <a:lnTo>
                  <a:pt x="1747049" y="863599"/>
                </a:lnTo>
                <a:lnTo>
                  <a:pt x="1747147" y="876299"/>
                </a:lnTo>
                <a:lnTo>
                  <a:pt x="1745069" y="927099"/>
                </a:lnTo>
                <a:lnTo>
                  <a:pt x="1740308" y="977899"/>
                </a:lnTo>
                <a:lnTo>
                  <a:pt x="1732946" y="1028699"/>
                </a:lnTo>
                <a:lnTo>
                  <a:pt x="1722967" y="1066799"/>
                </a:lnTo>
                <a:lnTo>
                  <a:pt x="1710355" y="1117599"/>
                </a:lnTo>
                <a:lnTo>
                  <a:pt x="1695094" y="1168399"/>
                </a:lnTo>
                <a:lnTo>
                  <a:pt x="1677168" y="1206499"/>
                </a:lnTo>
                <a:lnTo>
                  <a:pt x="1656561" y="1257299"/>
                </a:lnTo>
                <a:lnTo>
                  <a:pt x="1633258" y="1295399"/>
                </a:lnTo>
                <a:lnTo>
                  <a:pt x="1607241" y="1346199"/>
                </a:lnTo>
                <a:lnTo>
                  <a:pt x="1578497" y="1384299"/>
                </a:lnTo>
                <a:close/>
              </a:path>
              <a:path w="1747519" h="1739900">
                <a:moveTo>
                  <a:pt x="1137410" y="139699"/>
                </a:moveTo>
                <a:lnTo>
                  <a:pt x="979899" y="101599"/>
                </a:lnTo>
                <a:lnTo>
                  <a:pt x="1036767" y="101599"/>
                </a:lnTo>
                <a:lnTo>
                  <a:pt x="1143456" y="126999"/>
                </a:lnTo>
                <a:lnTo>
                  <a:pt x="1137410" y="139699"/>
                </a:lnTo>
                <a:close/>
              </a:path>
              <a:path w="1747519" h="1739900">
                <a:moveTo>
                  <a:pt x="317354" y="495299"/>
                </a:moveTo>
                <a:lnTo>
                  <a:pt x="258283" y="457199"/>
                </a:lnTo>
                <a:lnTo>
                  <a:pt x="268863" y="444499"/>
                </a:lnTo>
                <a:lnTo>
                  <a:pt x="279774" y="431799"/>
                </a:lnTo>
                <a:lnTo>
                  <a:pt x="291013" y="419099"/>
                </a:lnTo>
                <a:lnTo>
                  <a:pt x="302575" y="406399"/>
                </a:lnTo>
                <a:lnTo>
                  <a:pt x="314834" y="380999"/>
                </a:lnTo>
                <a:lnTo>
                  <a:pt x="327286" y="368299"/>
                </a:lnTo>
                <a:lnTo>
                  <a:pt x="339922" y="355599"/>
                </a:lnTo>
                <a:lnTo>
                  <a:pt x="352735" y="342899"/>
                </a:lnTo>
                <a:lnTo>
                  <a:pt x="390776" y="304799"/>
                </a:lnTo>
                <a:lnTo>
                  <a:pt x="431051" y="279399"/>
                </a:lnTo>
                <a:lnTo>
                  <a:pt x="473386" y="253999"/>
                </a:lnTo>
                <a:lnTo>
                  <a:pt x="517606" y="228599"/>
                </a:lnTo>
                <a:lnTo>
                  <a:pt x="563537" y="203199"/>
                </a:lnTo>
                <a:lnTo>
                  <a:pt x="610908" y="177799"/>
                </a:lnTo>
                <a:lnTo>
                  <a:pt x="659607" y="165099"/>
                </a:lnTo>
                <a:lnTo>
                  <a:pt x="811914" y="126999"/>
                </a:lnTo>
                <a:lnTo>
                  <a:pt x="817736" y="203199"/>
                </a:lnTo>
                <a:lnTo>
                  <a:pt x="771007" y="203199"/>
                </a:lnTo>
                <a:lnTo>
                  <a:pt x="635958" y="241299"/>
                </a:lnTo>
                <a:lnTo>
                  <a:pt x="593185" y="266699"/>
                </a:lnTo>
                <a:lnTo>
                  <a:pt x="551846" y="279399"/>
                </a:lnTo>
                <a:lnTo>
                  <a:pt x="511988" y="304799"/>
                </a:lnTo>
                <a:lnTo>
                  <a:pt x="473771" y="330199"/>
                </a:lnTo>
                <a:lnTo>
                  <a:pt x="437353" y="368299"/>
                </a:lnTo>
                <a:lnTo>
                  <a:pt x="402894" y="393699"/>
                </a:lnTo>
                <a:lnTo>
                  <a:pt x="368066" y="431799"/>
                </a:lnTo>
                <a:lnTo>
                  <a:pt x="336573" y="469899"/>
                </a:lnTo>
                <a:lnTo>
                  <a:pt x="326747" y="482599"/>
                </a:lnTo>
                <a:lnTo>
                  <a:pt x="317354" y="495299"/>
                </a:lnTo>
                <a:close/>
              </a:path>
              <a:path w="1747519" h="1739900">
                <a:moveTo>
                  <a:pt x="467205" y="215899"/>
                </a:moveTo>
                <a:lnTo>
                  <a:pt x="457934" y="203199"/>
                </a:lnTo>
                <a:lnTo>
                  <a:pt x="492654" y="177799"/>
                </a:lnTo>
                <a:lnTo>
                  <a:pt x="528112" y="152399"/>
                </a:lnTo>
                <a:lnTo>
                  <a:pt x="571542" y="152399"/>
                </a:lnTo>
                <a:lnTo>
                  <a:pt x="535860" y="177799"/>
                </a:lnTo>
                <a:lnTo>
                  <a:pt x="518262" y="177799"/>
                </a:lnTo>
                <a:lnTo>
                  <a:pt x="500944" y="190499"/>
                </a:lnTo>
                <a:lnTo>
                  <a:pt x="483921" y="203199"/>
                </a:lnTo>
                <a:lnTo>
                  <a:pt x="467205" y="215899"/>
                </a:lnTo>
                <a:close/>
              </a:path>
              <a:path w="1747519" h="1739900">
                <a:moveTo>
                  <a:pt x="1455920" y="368299"/>
                </a:moveTo>
                <a:lnTo>
                  <a:pt x="1408420" y="317499"/>
                </a:lnTo>
                <a:lnTo>
                  <a:pt x="1356722" y="266699"/>
                </a:lnTo>
                <a:lnTo>
                  <a:pt x="1301121" y="228599"/>
                </a:lnTo>
                <a:lnTo>
                  <a:pt x="1271990" y="203199"/>
                </a:lnTo>
                <a:lnTo>
                  <a:pt x="1242028" y="190499"/>
                </a:lnTo>
                <a:lnTo>
                  <a:pt x="1250492" y="177799"/>
                </a:lnTo>
                <a:lnTo>
                  <a:pt x="1281182" y="190499"/>
                </a:lnTo>
                <a:lnTo>
                  <a:pt x="1311008" y="215899"/>
                </a:lnTo>
                <a:lnTo>
                  <a:pt x="1339909" y="228599"/>
                </a:lnTo>
                <a:lnTo>
                  <a:pt x="1394776" y="279399"/>
                </a:lnTo>
                <a:lnTo>
                  <a:pt x="1445563" y="330199"/>
                </a:lnTo>
                <a:lnTo>
                  <a:pt x="1469311" y="355599"/>
                </a:lnTo>
                <a:lnTo>
                  <a:pt x="1455920" y="368299"/>
                </a:lnTo>
                <a:close/>
              </a:path>
              <a:path w="1747519" h="1739900">
                <a:moveTo>
                  <a:pt x="133602" y="1142999"/>
                </a:moveTo>
                <a:lnTo>
                  <a:pt x="118044" y="1092199"/>
                </a:lnTo>
                <a:lnTo>
                  <a:pt x="105536" y="1041399"/>
                </a:lnTo>
                <a:lnTo>
                  <a:pt x="96051" y="1003299"/>
                </a:lnTo>
                <a:lnTo>
                  <a:pt x="89560" y="952499"/>
                </a:lnTo>
                <a:lnTo>
                  <a:pt x="86036" y="901699"/>
                </a:lnTo>
                <a:lnTo>
                  <a:pt x="85450" y="850899"/>
                </a:lnTo>
                <a:lnTo>
                  <a:pt x="87775" y="800099"/>
                </a:lnTo>
                <a:lnTo>
                  <a:pt x="92982" y="761999"/>
                </a:lnTo>
                <a:lnTo>
                  <a:pt x="101044" y="711199"/>
                </a:lnTo>
                <a:lnTo>
                  <a:pt x="111950" y="660399"/>
                </a:lnTo>
                <a:lnTo>
                  <a:pt x="125662" y="622299"/>
                </a:lnTo>
                <a:lnTo>
                  <a:pt x="142151" y="571499"/>
                </a:lnTo>
                <a:lnTo>
                  <a:pt x="161391" y="533399"/>
                </a:lnTo>
                <a:lnTo>
                  <a:pt x="183353" y="482599"/>
                </a:lnTo>
                <a:lnTo>
                  <a:pt x="208010" y="444499"/>
                </a:lnTo>
                <a:lnTo>
                  <a:pt x="235334" y="406399"/>
                </a:lnTo>
                <a:lnTo>
                  <a:pt x="265297" y="368299"/>
                </a:lnTo>
                <a:lnTo>
                  <a:pt x="297873" y="330199"/>
                </a:lnTo>
                <a:lnTo>
                  <a:pt x="310771" y="342899"/>
                </a:lnTo>
                <a:lnTo>
                  <a:pt x="275125" y="380999"/>
                </a:lnTo>
                <a:lnTo>
                  <a:pt x="242714" y="419099"/>
                </a:lnTo>
                <a:lnTo>
                  <a:pt x="213577" y="469899"/>
                </a:lnTo>
                <a:lnTo>
                  <a:pt x="187753" y="520699"/>
                </a:lnTo>
                <a:lnTo>
                  <a:pt x="165281" y="558799"/>
                </a:lnTo>
                <a:lnTo>
                  <a:pt x="146201" y="609599"/>
                </a:lnTo>
                <a:lnTo>
                  <a:pt x="130553" y="660399"/>
                </a:lnTo>
                <a:lnTo>
                  <a:pt x="118375" y="711199"/>
                </a:lnTo>
                <a:lnTo>
                  <a:pt x="109703" y="761999"/>
                </a:lnTo>
                <a:lnTo>
                  <a:pt x="104570" y="812799"/>
                </a:lnTo>
                <a:lnTo>
                  <a:pt x="103015" y="876299"/>
                </a:lnTo>
                <a:lnTo>
                  <a:pt x="105074" y="927099"/>
                </a:lnTo>
                <a:lnTo>
                  <a:pt x="110786" y="977899"/>
                </a:lnTo>
                <a:lnTo>
                  <a:pt x="120189" y="1028699"/>
                </a:lnTo>
                <a:lnTo>
                  <a:pt x="133320" y="1079499"/>
                </a:lnTo>
                <a:lnTo>
                  <a:pt x="150217" y="1130299"/>
                </a:lnTo>
                <a:lnTo>
                  <a:pt x="133602" y="1142999"/>
                </a:lnTo>
                <a:close/>
              </a:path>
              <a:path w="1747519" h="1739900">
                <a:moveTo>
                  <a:pt x="1160206" y="1600199"/>
                </a:moveTo>
                <a:lnTo>
                  <a:pt x="1153757" y="1587499"/>
                </a:lnTo>
                <a:lnTo>
                  <a:pt x="1201576" y="1562099"/>
                </a:lnTo>
                <a:lnTo>
                  <a:pt x="1247316" y="1536699"/>
                </a:lnTo>
                <a:lnTo>
                  <a:pt x="1290911" y="1511299"/>
                </a:lnTo>
                <a:lnTo>
                  <a:pt x="1332297" y="1485899"/>
                </a:lnTo>
                <a:lnTo>
                  <a:pt x="1371410" y="1460499"/>
                </a:lnTo>
                <a:lnTo>
                  <a:pt x="1408185" y="1422399"/>
                </a:lnTo>
                <a:lnTo>
                  <a:pt x="1442558" y="1384299"/>
                </a:lnTo>
                <a:lnTo>
                  <a:pt x="1474463" y="1346199"/>
                </a:lnTo>
                <a:lnTo>
                  <a:pt x="1503837" y="1308099"/>
                </a:lnTo>
                <a:lnTo>
                  <a:pt x="1530614" y="1269999"/>
                </a:lnTo>
                <a:lnTo>
                  <a:pt x="1554731" y="1231899"/>
                </a:lnTo>
                <a:lnTo>
                  <a:pt x="1576123" y="1181099"/>
                </a:lnTo>
                <a:lnTo>
                  <a:pt x="1594725" y="1142999"/>
                </a:lnTo>
                <a:lnTo>
                  <a:pt x="1610474" y="1092199"/>
                </a:lnTo>
                <a:lnTo>
                  <a:pt x="1623304" y="1041399"/>
                </a:lnTo>
                <a:lnTo>
                  <a:pt x="1633154" y="1003299"/>
                </a:lnTo>
                <a:lnTo>
                  <a:pt x="1639958" y="952499"/>
                </a:lnTo>
                <a:lnTo>
                  <a:pt x="1643653" y="901699"/>
                </a:lnTo>
                <a:lnTo>
                  <a:pt x="1644175" y="850899"/>
                </a:lnTo>
                <a:lnTo>
                  <a:pt x="1641459" y="800099"/>
                </a:lnTo>
                <a:lnTo>
                  <a:pt x="1635443" y="749299"/>
                </a:lnTo>
                <a:lnTo>
                  <a:pt x="1626061" y="698499"/>
                </a:lnTo>
                <a:lnTo>
                  <a:pt x="1613251" y="647699"/>
                </a:lnTo>
                <a:lnTo>
                  <a:pt x="1596948" y="596899"/>
                </a:lnTo>
                <a:lnTo>
                  <a:pt x="1589384" y="584199"/>
                </a:lnTo>
                <a:lnTo>
                  <a:pt x="1581279" y="558799"/>
                </a:lnTo>
                <a:lnTo>
                  <a:pt x="1572644" y="546099"/>
                </a:lnTo>
                <a:lnTo>
                  <a:pt x="1563494" y="520699"/>
                </a:lnTo>
                <a:lnTo>
                  <a:pt x="1553824" y="507999"/>
                </a:lnTo>
                <a:lnTo>
                  <a:pt x="1543637" y="482599"/>
                </a:lnTo>
                <a:lnTo>
                  <a:pt x="1532955" y="469899"/>
                </a:lnTo>
                <a:lnTo>
                  <a:pt x="1521799" y="444499"/>
                </a:lnTo>
                <a:lnTo>
                  <a:pt x="1536667" y="444499"/>
                </a:lnTo>
                <a:lnTo>
                  <a:pt x="1548129" y="457199"/>
                </a:lnTo>
                <a:lnTo>
                  <a:pt x="1559065" y="482599"/>
                </a:lnTo>
                <a:lnTo>
                  <a:pt x="1569473" y="495299"/>
                </a:lnTo>
                <a:lnTo>
                  <a:pt x="1579347" y="520699"/>
                </a:lnTo>
                <a:lnTo>
                  <a:pt x="1588718" y="533399"/>
                </a:lnTo>
                <a:lnTo>
                  <a:pt x="1597547" y="558799"/>
                </a:lnTo>
                <a:lnTo>
                  <a:pt x="1605830" y="571499"/>
                </a:lnTo>
                <a:lnTo>
                  <a:pt x="1613563" y="596899"/>
                </a:lnTo>
                <a:lnTo>
                  <a:pt x="1630240" y="647699"/>
                </a:lnTo>
                <a:lnTo>
                  <a:pt x="1643343" y="698499"/>
                </a:lnTo>
                <a:lnTo>
                  <a:pt x="1652938" y="749299"/>
                </a:lnTo>
                <a:lnTo>
                  <a:pt x="1659091" y="800099"/>
                </a:lnTo>
                <a:lnTo>
                  <a:pt x="1661867" y="850899"/>
                </a:lnTo>
                <a:lnTo>
                  <a:pt x="1661332" y="901699"/>
                </a:lnTo>
                <a:lnTo>
                  <a:pt x="1657550" y="952499"/>
                </a:lnTo>
                <a:lnTo>
                  <a:pt x="1650589" y="1003299"/>
                </a:lnTo>
                <a:lnTo>
                  <a:pt x="1640512" y="1054099"/>
                </a:lnTo>
                <a:lnTo>
                  <a:pt x="1627385" y="1092199"/>
                </a:lnTo>
                <a:lnTo>
                  <a:pt x="1611275" y="1142999"/>
                </a:lnTo>
                <a:lnTo>
                  <a:pt x="1592245" y="1193799"/>
                </a:lnTo>
                <a:lnTo>
                  <a:pt x="1570363" y="1231899"/>
                </a:lnTo>
                <a:lnTo>
                  <a:pt x="1545694" y="1282699"/>
                </a:lnTo>
                <a:lnTo>
                  <a:pt x="1518303" y="1320799"/>
                </a:lnTo>
                <a:lnTo>
                  <a:pt x="1488257" y="1358899"/>
                </a:lnTo>
                <a:lnTo>
                  <a:pt x="1455621" y="1396999"/>
                </a:lnTo>
                <a:lnTo>
                  <a:pt x="1420462" y="1435099"/>
                </a:lnTo>
                <a:lnTo>
                  <a:pt x="1382845" y="1473199"/>
                </a:lnTo>
                <a:lnTo>
                  <a:pt x="1342837" y="1498599"/>
                </a:lnTo>
                <a:lnTo>
                  <a:pt x="1300503" y="1523999"/>
                </a:lnTo>
                <a:lnTo>
                  <a:pt x="1255909" y="1562099"/>
                </a:lnTo>
                <a:lnTo>
                  <a:pt x="1209121" y="1574799"/>
                </a:lnTo>
                <a:lnTo>
                  <a:pt x="1160206" y="1600199"/>
                </a:lnTo>
                <a:close/>
              </a:path>
              <a:path w="1747519" h="1739900">
                <a:moveTo>
                  <a:pt x="269479" y="990599"/>
                </a:moveTo>
                <a:lnTo>
                  <a:pt x="266509" y="977899"/>
                </a:lnTo>
                <a:lnTo>
                  <a:pt x="263921" y="965199"/>
                </a:lnTo>
                <a:lnTo>
                  <a:pt x="261727" y="939799"/>
                </a:lnTo>
                <a:lnTo>
                  <a:pt x="259940" y="927099"/>
                </a:lnTo>
                <a:lnTo>
                  <a:pt x="258504" y="914399"/>
                </a:lnTo>
                <a:lnTo>
                  <a:pt x="257483" y="901699"/>
                </a:lnTo>
                <a:lnTo>
                  <a:pt x="256873" y="876299"/>
                </a:lnTo>
                <a:lnTo>
                  <a:pt x="256671" y="863599"/>
                </a:lnTo>
                <a:lnTo>
                  <a:pt x="259072" y="812799"/>
                </a:lnTo>
                <a:lnTo>
                  <a:pt x="266205" y="761999"/>
                </a:lnTo>
                <a:lnTo>
                  <a:pt x="277964" y="711199"/>
                </a:lnTo>
                <a:lnTo>
                  <a:pt x="294245" y="660399"/>
                </a:lnTo>
                <a:lnTo>
                  <a:pt x="314935" y="609599"/>
                </a:lnTo>
                <a:lnTo>
                  <a:pt x="339920" y="558799"/>
                </a:lnTo>
                <a:lnTo>
                  <a:pt x="369096" y="507999"/>
                </a:lnTo>
                <a:lnTo>
                  <a:pt x="402356" y="469899"/>
                </a:lnTo>
                <a:lnTo>
                  <a:pt x="436169" y="495299"/>
                </a:lnTo>
                <a:lnTo>
                  <a:pt x="405291" y="533399"/>
                </a:lnTo>
                <a:lnTo>
                  <a:pt x="378217" y="584199"/>
                </a:lnTo>
                <a:lnTo>
                  <a:pt x="355040" y="622299"/>
                </a:lnTo>
                <a:lnTo>
                  <a:pt x="335851" y="673099"/>
                </a:lnTo>
                <a:lnTo>
                  <a:pt x="320778" y="723899"/>
                </a:lnTo>
                <a:lnTo>
                  <a:pt x="309887" y="761999"/>
                </a:lnTo>
                <a:lnTo>
                  <a:pt x="303278" y="812799"/>
                </a:lnTo>
                <a:lnTo>
                  <a:pt x="301053" y="863599"/>
                </a:lnTo>
                <a:lnTo>
                  <a:pt x="301237" y="876299"/>
                </a:lnTo>
                <a:lnTo>
                  <a:pt x="302697" y="914399"/>
                </a:lnTo>
                <a:lnTo>
                  <a:pt x="307659" y="952499"/>
                </a:lnTo>
                <a:lnTo>
                  <a:pt x="312831" y="977899"/>
                </a:lnTo>
                <a:lnTo>
                  <a:pt x="269479" y="990599"/>
                </a:lnTo>
                <a:close/>
              </a:path>
              <a:path w="1747519" h="1739900">
                <a:moveTo>
                  <a:pt x="352690" y="1384299"/>
                </a:moveTo>
                <a:lnTo>
                  <a:pt x="317311" y="1346199"/>
                </a:lnTo>
                <a:lnTo>
                  <a:pt x="284965" y="1308099"/>
                </a:lnTo>
                <a:lnTo>
                  <a:pt x="255692" y="1269999"/>
                </a:lnTo>
                <a:lnTo>
                  <a:pt x="229537" y="1219199"/>
                </a:lnTo>
                <a:lnTo>
                  <a:pt x="206541" y="1181099"/>
                </a:lnTo>
                <a:lnTo>
                  <a:pt x="186747" y="1130299"/>
                </a:lnTo>
                <a:lnTo>
                  <a:pt x="170198" y="1092199"/>
                </a:lnTo>
                <a:lnTo>
                  <a:pt x="156935" y="1041399"/>
                </a:lnTo>
                <a:lnTo>
                  <a:pt x="146985" y="990599"/>
                </a:lnTo>
                <a:lnTo>
                  <a:pt x="140405" y="939799"/>
                </a:lnTo>
                <a:lnTo>
                  <a:pt x="137237" y="888999"/>
                </a:lnTo>
                <a:lnTo>
                  <a:pt x="137308" y="876299"/>
                </a:lnTo>
                <a:lnTo>
                  <a:pt x="137379" y="863599"/>
                </a:lnTo>
                <a:lnTo>
                  <a:pt x="141298" y="787399"/>
                </a:lnTo>
                <a:lnTo>
                  <a:pt x="148609" y="736599"/>
                </a:lnTo>
                <a:lnTo>
                  <a:pt x="159496" y="685799"/>
                </a:lnTo>
                <a:lnTo>
                  <a:pt x="173998" y="634999"/>
                </a:lnTo>
                <a:lnTo>
                  <a:pt x="241399" y="660399"/>
                </a:lnTo>
                <a:lnTo>
                  <a:pt x="226682" y="711199"/>
                </a:lnTo>
                <a:lnTo>
                  <a:pt x="216233" y="761999"/>
                </a:lnTo>
                <a:lnTo>
                  <a:pt x="209996" y="812799"/>
                </a:lnTo>
                <a:lnTo>
                  <a:pt x="207911" y="863599"/>
                </a:lnTo>
                <a:lnTo>
                  <a:pt x="209921" y="914399"/>
                </a:lnTo>
                <a:lnTo>
                  <a:pt x="215968" y="965199"/>
                </a:lnTo>
                <a:lnTo>
                  <a:pt x="225993" y="1015999"/>
                </a:lnTo>
                <a:lnTo>
                  <a:pt x="239943" y="1066799"/>
                </a:lnTo>
                <a:lnTo>
                  <a:pt x="257762" y="1117599"/>
                </a:lnTo>
                <a:lnTo>
                  <a:pt x="279393" y="1168399"/>
                </a:lnTo>
                <a:lnTo>
                  <a:pt x="304779" y="1219199"/>
                </a:lnTo>
                <a:lnTo>
                  <a:pt x="333862" y="1257299"/>
                </a:lnTo>
                <a:lnTo>
                  <a:pt x="366586" y="1295399"/>
                </a:lnTo>
                <a:lnTo>
                  <a:pt x="402894" y="1333499"/>
                </a:lnTo>
                <a:lnTo>
                  <a:pt x="352690" y="1384299"/>
                </a:lnTo>
                <a:close/>
              </a:path>
              <a:path w="1747519" h="1739900">
                <a:moveTo>
                  <a:pt x="343240" y="1562099"/>
                </a:moveTo>
                <a:lnTo>
                  <a:pt x="304946" y="1536699"/>
                </a:lnTo>
                <a:lnTo>
                  <a:pt x="268716" y="1498599"/>
                </a:lnTo>
                <a:lnTo>
                  <a:pt x="234589" y="1460499"/>
                </a:lnTo>
                <a:lnTo>
                  <a:pt x="202606" y="1422399"/>
                </a:lnTo>
                <a:lnTo>
                  <a:pt x="172806" y="1384299"/>
                </a:lnTo>
                <a:lnTo>
                  <a:pt x="145229" y="1346199"/>
                </a:lnTo>
                <a:lnTo>
                  <a:pt x="119917" y="1308099"/>
                </a:lnTo>
                <a:lnTo>
                  <a:pt x="96908" y="1269999"/>
                </a:lnTo>
                <a:lnTo>
                  <a:pt x="76242" y="1219199"/>
                </a:lnTo>
                <a:lnTo>
                  <a:pt x="57960" y="1181099"/>
                </a:lnTo>
                <a:lnTo>
                  <a:pt x="42101" y="1130299"/>
                </a:lnTo>
                <a:lnTo>
                  <a:pt x="28702" y="1092199"/>
                </a:lnTo>
                <a:lnTo>
                  <a:pt x="17804" y="1041399"/>
                </a:lnTo>
                <a:lnTo>
                  <a:pt x="9444" y="990599"/>
                </a:lnTo>
                <a:lnTo>
                  <a:pt x="3664" y="952499"/>
                </a:lnTo>
                <a:lnTo>
                  <a:pt x="503" y="901699"/>
                </a:lnTo>
                <a:lnTo>
                  <a:pt x="251" y="876299"/>
                </a:lnTo>
                <a:lnTo>
                  <a:pt x="125" y="863599"/>
                </a:lnTo>
                <a:lnTo>
                  <a:pt x="0" y="850899"/>
                </a:lnTo>
                <a:lnTo>
                  <a:pt x="2194" y="800099"/>
                </a:lnTo>
                <a:lnTo>
                  <a:pt x="7125" y="749299"/>
                </a:lnTo>
                <a:lnTo>
                  <a:pt x="14833" y="711199"/>
                </a:lnTo>
                <a:lnTo>
                  <a:pt x="58364" y="711199"/>
                </a:lnTo>
                <a:lnTo>
                  <a:pt x="50390" y="761999"/>
                </a:lnTo>
                <a:lnTo>
                  <a:pt x="45664" y="812799"/>
                </a:lnTo>
                <a:lnTo>
                  <a:pt x="44134" y="863599"/>
                </a:lnTo>
                <a:lnTo>
                  <a:pt x="45750" y="914399"/>
                </a:lnTo>
                <a:lnTo>
                  <a:pt x="50461" y="965199"/>
                </a:lnTo>
                <a:lnTo>
                  <a:pt x="58218" y="1015999"/>
                </a:lnTo>
                <a:lnTo>
                  <a:pt x="68969" y="1066799"/>
                </a:lnTo>
                <a:lnTo>
                  <a:pt x="82664" y="1117599"/>
                </a:lnTo>
                <a:lnTo>
                  <a:pt x="99252" y="1168399"/>
                </a:lnTo>
                <a:lnTo>
                  <a:pt x="118669" y="1206499"/>
                </a:lnTo>
                <a:lnTo>
                  <a:pt x="140876" y="1257299"/>
                </a:lnTo>
                <a:lnTo>
                  <a:pt x="165822" y="1295399"/>
                </a:lnTo>
                <a:lnTo>
                  <a:pt x="193456" y="1346199"/>
                </a:lnTo>
                <a:lnTo>
                  <a:pt x="223725" y="1384299"/>
                </a:lnTo>
                <a:lnTo>
                  <a:pt x="256576" y="1422399"/>
                </a:lnTo>
                <a:lnTo>
                  <a:pt x="291959" y="1460499"/>
                </a:lnTo>
                <a:lnTo>
                  <a:pt x="329822" y="1498599"/>
                </a:lnTo>
                <a:lnTo>
                  <a:pt x="370111" y="1523999"/>
                </a:lnTo>
                <a:lnTo>
                  <a:pt x="343240" y="1562099"/>
                </a:lnTo>
                <a:close/>
              </a:path>
              <a:path w="1747519" h="1739900">
                <a:moveTo>
                  <a:pt x="796292" y="1638299"/>
                </a:moveTo>
                <a:lnTo>
                  <a:pt x="690384" y="1638299"/>
                </a:lnTo>
                <a:lnTo>
                  <a:pt x="639783" y="1625599"/>
                </a:lnTo>
                <a:lnTo>
                  <a:pt x="590369" y="1600199"/>
                </a:lnTo>
                <a:lnTo>
                  <a:pt x="542300" y="1587499"/>
                </a:lnTo>
                <a:lnTo>
                  <a:pt x="495733" y="1562099"/>
                </a:lnTo>
                <a:lnTo>
                  <a:pt x="450804" y="1536699"/>
                </a:lnTo>
                <a:lnTo>
                  <a:pt x="407686" y="1498599"/>
                </a:lnTo>
                <a:lnTo>
                  <a:pt x="366532" y="1473199"/>
                </a:lnTo>
                <a:lnTo>
                  <a:pt x="327498" y="1435099"/>
                </a:lnTo>
                <a:lnTo>
                  <a:pt x="290740" y="1396999"/>
                </a:lnTo>
                <a:lnTo>
                  <a:pt x="256413" y="1358899"/>
                </a:lnTo>
                <a:lnTo>
                  <a:pt x="224673" y="1320799"/>
                </a:lnTo>
                <a:lnTo>
                  <a:pt x="195674" y="1269999"/>
                </a:lnTo>
                <a:lnTo>
                  <a:pt x="210901" y="1257299"/>
                </a:lnTo>
                <a:lnTo>
                  <a:pt x="239247" y="1308099"/>
                </a:lnTo>
                <a:lnTo>
                  <a:pt x="270275" y="1346199"/>
                </a:lnTo>
                <a:lnTo>
                  <a:pt x="303831" y="1384299"/>
                </a:lnTo>
                <a:lnTo>
                  <a:pt x="339764" y="1422399"/>
                </a:lnTo>
                <a:lnTo>
                  <a:pt x="377919" y="1460499"/>
                </a:lnTo>
                <a:lnTo>
                  <a:pt x="418145" y="1485899"/>
                </a:lnTo>
                <a:lnTo>
                  <a:pt x="460288" y="1511299"/>
                </a:lnTo>
                <a:lnTo>
                  <a:pt x="504197" y="1549399"/>
                </a:lnTo>
                <a:lnTo>
                  <a:pt x="549722" y="1562099"/>
                </a:lnTo>
                <a:lnTo>
                  <a:pt x="596714" y="1587499"/>
                </a:lnTo>
                <a:lnTo>
                  <a:pt x="796292" y="1638299"/>
                </a:lnTo>
                <a:close/>
              </a:path>
              <a:path w="1747519" h="1739900">
                <a:moveTo>
                  <a:pt x="949583" y="1600199"/>
                </a:moveTo>
                <a:lnTo>
                  <a:pt x="755687" y="1600199"/>
                </a:lnTo>
                <a:lnTo>
                  <a:pt x="616200" y="1562099"/>
                </a:lnTo>
                <a:lnTo>
                  <a:pt x="571593" y="1536699"/>
                </a:lnTo>
                <a:lnTo>
                  <a:pt x="528174" y="1523999"/>
                </a:lnTo>
                <a:lnTo>
                  <a:pt x="486094" y="1498599"/>
                </a:lnTo>
                <a:lnTo>
                  <a:pt x="445507" y="1460499"/>
                </a:lnTo>
                <a:lnTo>
                  <a:pt x="406566" y="1435099"/>
                </a:lnTo>
                <a:lnTo>
                  <a:pt x="451485" y="1384299"/>
                </a:lnTo>
                <a:lnTo>
                  <a:pt x="493761" y="1409699"/>
                </a:lnTo>
                <a:lnTo>
                  <a:pt x="538202" y="1447799"/>
                </a:lnTo>
                <a:lnTo>
                  <a:pt x="584564" y="1473199"/>
                </a:lnTo>
                <a:lnTo>
                  <a:pt x="682082" y="1498599"/>
                </a:lnTo>
                <a:lnTo>
                  <a:pt x="732765" y="1523999"/>
                </a:lnTo>
                <a:lnTo>
                  <a:pt x="784371" y="1523999"/>
                </a:lnTo>
                <a:lnTo>
                  <a:pt x="836666" y="1536699"/>
                </a:lnTo>
                <a:lnTo>
                  <a:pt x="943574" y="1536699"/>
                </a:lnTo>
                <a:lnTo>
                  <a:pt x="949583" y="1600199"/>
                </a:lnTo>
                <a:close/>
              </a:path>
              <a:path w="1747519" h="1739900">
                <a:moveTo>
                  <a:pt x="943574" y="1536699"/>
                </a:moveTo>
                <a:lnTo>
                  <a:pt x="889411" y="1536699"/>
                </a:lnTo>
                <a:lnTo>
                  <a:pt x="942372" y="1523999"/>
                </a:lnTo>
                <a:lnTo>
                  <a:pt x="943574" y="1536699"/>
                </a:lnTo>
                <a:close/>
              </a:path>
              <a:path w="1747519" h="1739900">
                <a:moveTo>
                  <a:pt x="1133788" y="1701799"/>
                </a:moveTo>
                <a:lnTo>
                  <a:pt x="880136" y="1701799"/>
                </a:lnTo>
                <a:lnTo>
                  <a:pt x="928892" y="1689099"/>
                </a:lnTo>
                <a:lnTo>
                  <a:pt x="977471" y="1689099"/>
                </a:lnTo>
                <a:lnTo>
                  <a:pt x="1025729" y="1676399"/>
                </a:lnTo>
                <a:lnTo>
                  <a:pt x="1073534" y="1676399"/>
                </a:lnTo>
                <a:lnTo>
                  <a:pt x="1120752" y="1663699"/>
                </a:lnTo>
                <a:lnTo>
                  <a:pt x="1167252" y="1638299"/>
                </a:lnTo>
                <a:lnTo>
                  <a:pt x="1212901" y="1625599"/>
                </a:lnTo>
                <a:lnTo>
                  <a:pt x="1257567" y="1600199"/>
                </a:lnTo>
                <a:lnTo>
                  <a:pt x="1301118" y="1574799"/>
                </a:lnTo>
                <a:lnTo>
                  <a:pt x="1343421" y="1549399"/>
                </a:lnTo>
                <a:lnTo>
                  <a:pt x="1368411" y="1587499"/>
                </a:lnTo>
                <a:lnTo>
                  <a:pt x="1323810" y="1612899"/>
                </a:lnTo>
                <a:lnTo>
                  <a:pt x="1277908" y="1638299"/>
                </a:lnTo>
                <a:lnTo>
                  <a:pt x="1230845" y="1663699"/>
                </a:lnTo>
                <a:lnTo>
                  <a:pt x="1182759" y="1689099"/>
                </a:lnTo>
                <a:lnTo>
                  <a:pt x="1133788" y="1701799"/>
                </a:lnTo>
                <a:close/>
              </a:path>
              <a:path w="1747519" h="1739900">
                <a:moveTo>
                  <a:pt x="982964" y="1739899"/>
                </a:moveTo>
                <a:lnTo>
                  <a:pt x="777755" y="1739899"/>
                </a:lnTo>
                <a:lnTo>
                  <a:pt x="575885" y="1689099"/>
                </a:lnTo>
                <a:lnTo>
                  <a:pt x="526983" y="1663699"/>
                </a:lnTo>
                <a:lnTo>
                  <a:pt x="478983" y="1650999"/>
                </a:lnTo>
                <a:lnTo>
                  <a:pt x="498912" y="1612899"/>
                </a:lnTo>
                <a:lnTo>
                  <a:pt x="544483" y="1625599"/>
                </a:lnTo>
                <a:lnTo>
                  <a:pt x="590911" y="1650999"/>
                </a:lnTo>
                <a:lnTo>
                  <a:pt x="734028" y="1689099"/>
                </a:lnTo>
                <a:lnTo>
                  <a:pt x="782573" y="1689099"/>
                </a:lnTo>
                <a:lnTo>
                  <a:pt x="831320" y="1701799"/>
                </a:lnTo>
                <a:lnTo>
                  <a:pt x="1133788" y="1701799"/>
                </a:lnTo>
                <a:lnTo>
                  <a:pt x="982964" y="1739899"/>
                </a:lnTo>
                <a:close/>
              </a:path>
              <a:path w="1747519" h="1739900">
                <a:moveTo>
                  <a:pt x="901528" y="1650999"/>
                </a:moveTo>
                <a:lnTo>
                  <a:pt x="794523" y="1650999"/>
                </a:lnTo>
                <a:lnTo>
                  <a:pt x="742017" y="1638299"/>
                </a:lnTo>
                <a:lnTo>
                  <a:pt x="900901" y="1638299"/>
                </a:lnTo>
                <a:lnTo>
                  <a:pt x="901528" y="1650999"/>
                </a:lnTo>
                <a:close/>
              </a:path>
            </a:pathLst>
          </a:custGeom>
          <a:solidFill>
            <a:srgbClr val="83E3F7">
              <a:alpha val="2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5879" y="4121044"/>
            <a:ext cx="14485619" cy="431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18795" indent="-517525">
              <a:lnSpc>
                <a:spcPts val="5035"/>
              </a:lnSpc>
              <a:spcBef>
                <a:spcPts val="130"/>
              </a:spcBef>
              <a:buFont typeface="Trebuchet MS"/>
              <a:buAutoNum type="arabicPeriod"/>
              <a:tabLst>
                <a:tab pos="518795" algn="l"/>
              </a:tabLst>
            </a:pPr>
            <a:r>
              <a:rPr sz="4450" b="1" spc="245" dirty="0">
                <a:solidFill>
                  <a:srgbClr val="FFFFFF"/>
                </a:solidFill>
                <a:latin typeface="Trebuchet MS"/>
                <a:cs typeface="Trebuchet MS"/>
              </a:rPr>
              <a:t>STUDENT</a:t>
            </a:r>
            <a:r>
              <a:rPr sz="44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29" dirty="0">
                <a:solidFill>
                  <a:srgbClr val="FFFFFF"/>
                </a:solidFill>
                <a:latin typeface="Trebuchet MS"/>
                <a:cs typeface="Trebuchet MS"/>
              </a:rPr>
              <a:t>STARTS</a:t>
            </a:r>
            <a:r>
              <a:rPr sz="445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14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4450">
              <a:latin typeface="Trebuchet MS"/>
              <a:cs typeface="Trebuchet MS"/>
            </a:endParaRPr>
          </a:p>
          <a:p>
            <a:pPr marL="519430" indent="-517525">
              <a:lnSpc>
                <a:spcPts val="4730"/>
              </a:lnSpc>
              <a:buFont typeface="Trebuchet MS"/>
              <a:buAutoNum type="arabicPeriod"/>
              <a:tabLst>
                <a:tab pos="519430" algn="l"/>
              </a:tabLst>
            </a:pPr>
            <a:r>
              <a:rPr sz="4450" b="1" spc="110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445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40" dirty="0">
                <a:solidFill>
                  <a:srgbClr val="FFFFFF"/>
                </a:solidFill>
                <a:latin typeface="Trebuchet MS"/>
                <a:cs typeface="Trebuchet MS"/>
              </a:rPr>
              <a:t>SELECTS</a:t>
            </a:r>
            <a:r>
              <a:rPr sz="445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54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445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305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4450" b="1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33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445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25" dirty="0">
                <a:solidFill>
                  <a:srgbClr val="FFFFFF"/>
                </a:solidFill>
                <a:latin typeface="Trebuchet MS"/>
                <a:cs typeface="Trebuchet MS"/>
              </a:rPr>
              <a:t>PERFORMANCE</a:t>
            </a:r>
            <a:endParaRPr sz="4450">
              <a:latin typeface="Trebuchet MS"/>
              <a:cs typeface="Trebuchet MS"/>
            </a:endParaRPr>
          </a:p>
          <a:p>
            <a:pPr marL="519430" indent="-517525">
              <a:lnSpc>
                <a:spcPts val="4730"/>
              </a:lnSpc>
              <a:buFont typeface="Trebuchet MS"/>
              <a:buAutoNum type="arabicPeriod"/>
              <a:tabLst>
                <a:tab pos="519430" algn="l"/>
              </a:tabLst>
            </a:pPr>
            <a:r>
              <a:rPr sz="4450" b="1" spc="130" dirty="0">
                <a:solidFill>
                  <a:srgbClr val="FFFFFF"/>
                </a:solidFill>
                <a:latin typeface="Trebuchet MS"/>
                <a:cs typeface="Trebuchet MS"/>
              </a:rPr>
              <a:t>DIFFICULTY</a:t>
            </a:r>
            <a:r>
              <a:rPr sz="445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25" dirty="0">
                <a:solidFill>
                  <a:srgbClr val="FFFFFF"/>
                </a:solidFill>
                <a:latin typeface="Trebuchet MS"/>
                <a:cs typeface="Trebuchet MS"/>
              </a:rPr>
              <a:t>ADJUSTS</a:t>
            </a:r>
            <a:r>
              <a:rPr sz="445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40" dirty="0">
                <a:solidFill>
                  <a:srgbClr val="FFFFFF"/>
                </a:solidFill>
                <a:latin typeface="Trebuchet MS"/>
                <a:cs typeface="Trebuchet MS"/>
              </a:rPr>
              <a:t>DYNAMICALLY</a:t>
            </a:r>
            <a:endParaRPr sz="4450">
              <a:latin typeface="Trebuchet MS"/>
              <a:cs typeface="Trebuchet MS"/>
            </a:endParaRPr>
          </a:p>
          <a:p>
            <a:pPr marL="519430" indent="-517525">
              <a:lnSpc>
                <a:spcPts val="4730"/>
              </a:lnSpc>
              <a:buFont typeface="Trebuchet MS"/>
              <a:buAutoNum type="arabicPeriod"/>
              <a:tabLst>
                <a:tab pos="519430" algn="l"/>
              </a:tabLst>
            </a:pPr>
            <a:r>
              <a:rPr sz="4450" b="1" spc="200" dirty="0">
                <a:solidFill>
                  <a:srgbClr val="FFFFFF"/>
                </a:solidFill>
                <a:latin typeface="Trebuchet MS"/>
                <a:cs typeface="Trebuchet MS"/>
              </a:rPr>
              <a:t>TIMER-</a:t>
            </a:r>
            <a:r>
              <a:rPr sz="4450" b="1" spc="305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4450" b="1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14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4450">
              <a:latin typeface="Trebuchet MS"/>
              <a:cs typeface="Trebuchet MS"/>
            </a:endParaRPr>
          </a:p>
          <a:p>
            <a:pPr marL="519430" indent="-517525">
              <a:lnSpc>
                <a:spcPts val="4730"/>
              </a:lnSpc>
              <a:buFont typeface="Trebuchet MS"/>
              <a:buAutoNum type="arabicPeriod"/>
              <a:tabLst>
                <a:tab pos="519430" algn="l"/>
              </a:tabLst>
            </a:pPr>
            <a:r>
              <a:rPr sz="4450" b="1" spc="195" dirty="0">
                <a:solidFill>
                  <a:srgbClr val="FFFFFF"/>
                </a:solidFill>
                <a:latin typeface="Trebuchet MS"/>
                <a:cs typeface="Trebuchet MS"/>
              </a:rPr>
              <a:t>AUTO</a:t>
            </a:r>
            <a:r>
              <a:rPr sz="4450" b="1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185" dirty="0">
                <a:solidFill>
                  <a:srgbClr val="FFFFFF"/>
                </a:solidFill>
                <a:latin typeface="Trebuchet MS"/>
                <a:cs typeface="Trebuchet MS"/>
              </a:rPr>
              <a:t>EVALUATION</a:t>
            </a:r>
            <a:endParaRPr sz="4450">
              <a:latin typeface="Trebuchet MS"/>
              <a:cs typeface="Trebuchet MS"/>
            </a:endParaRPr>
          </a:p>
          <a:p>
            <a:pPr marL="519430" indent="-517525">
              <a:lnSpc>
                <a:spcPts val="4730"/>
              </a:lnSpc>
              <a:buFont typeface="Trebuchet MS"/>
              <a:buAutoNum type="arabicPeriod"/>
              <a:tabLst>
                <a:tab pos="519430" algn="l"/>
              </a:tabLst>
            </a:pPr>
            <a:r>
              <a:rPr sz="4450" b="1" spc="245" dirty="0">
                <a:solidFill>
                  <a:srgbClr val="FFFFFF"/>
                </a:solidFill>
                <a:latin typeface="Trebuchet MS"/>
                <a:cs typeface="Trebuchet MS"/>
              </a:rPr>
              <a:t>STUDENT</a:t>
            </a:r>
            <a:r>
              <a:rPr sz="445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15" dirty="0">
                <a:solidFill>
                  <a:srgbClr val="FFFFFF"/>
                </a:solidFill>
                <a:latin typeface="Trebuchet MS"/>
                <a:cs typeface="Trebuchet MS"/>
              </a:rPr>
              <a:t>RECEIVES</a:t>
            </a:r>
            <a:r>
              <a:rPr sz="4450" b="1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80" dirty="0">
                <a:solidFill>
                  <a:srgbClr val="FFFFFF"/>
                </a:solidFill>
                <a:latin typeface="Trebuchet MS"/>
                <a:cs typeface="Trebuchet MS"/>
              </a:rPr>
              <a:t>SCORE</a:t>
            </a:r>
            <a:r>
              <a:rPr sz="4450" b="1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-735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445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04" dirty="0">
                <a:solidFill>
                  <a:srgbClr val="FFFFFF"/>
                </a:solidFill>
                <a:latin typeface="Trebuchet MS"/>
                <a:cs typeface="Trebuchet MS"/>
              </a:rPr>
              <a:t>FEEDBACK</a:t>
            </a:r>
            <a:endParaRPr sz="4450">
              <a:latin typeface="Trebuchet MS"/>
              <a:cs typeface="Trebuchet MS"/>
            </a:endParaRPr>
          </a:p>
          <a:p>
            <a:pPr marL="519430" indent="-517525">
              <a:lnSpc>
                <a:spcPts val="5035"/>
              </a:lnSpc>
              <a:buFont typeface="Trebuchet MS"/>
              <a:buAutoNum type="arabicPeriod"/>
              <a:tabLst>
                <a:tab pos="519430" algn="l"/>
              </a:tabLst>
            </a:pPr>
            <a:r>
              <a:rPr sz="4450" b="1" spc="125" dirty="0">
                <a:solidFill>
                  <a:srgbClr val="FFFFFF"/>
                </a:solidFill>
                <a:latin typeface="Trebuchet MS"/>
                <a:cs typeface="Trebuchet MS"/>
              </a:rPr>
              <a:t>CERTIFICATE</a:t>
            </a:r>
            <a:r>
              <a:rPr sz="445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04" dirty="0">
                <a:solidFill>
                  <a:srgbClr val="FFFFFF"/>
                </a:solidFill>
                <a:latin typeface="Trebuchet MS"/>
                <a:cs typeface="Trebuchet MS"/>
              </a:rPr>
              <a:t>GENERATED</a:t>
            </a:r>
            <a:r>
              <a:rPr sz="445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445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280" dirty="0">
                <a:solidFill>
                  <a:srgbClr val="FFFFFF"/>
                </a:solidFill>
                <a:latin typeface="Trebuchet MS"/>
                <a:cs typeface="Trebuchet MS"/>
              </a:rPr>
              <a:t>SCORE</a:t>
            </a:r>
            <a:r>
              <a:rPr sz="4450" b="1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-525" dirty="0">
                <a:solidFill>
                  <a:srgbClr val="FFFFFF"/>
                </a:solidFill>
                <a:latin typeface="Trebuchet MS"/>
                <a:cs typeface="Trebuchet MS"/>
              </a:rPr>
              <a:t>≥</a:t>
            </a:r>
            <a:r>
              <a:rPr sz="445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50" b="1" spc="175" dirty="0">
                <a:solidFill>
                  <a:srgbClr val="FFFFFF"/>
                </a:solidFill>
                <a:latin typeface="Trebuchet MS"/>
                <a:cs typeface="Trebuchet MS"/>
              </a:rPr>
              <a:t>90%</a:t>
            </a:r>
            <a:endParaRPr sz="4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55207" y="0"/>
            <a:ext cx="9982200" cy="10287000"/>
            <a:chOff x="8155207" y="0"/>
            <a:chExt cx="99822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5207" y="0"/>
              <a:ext cx="9981864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34525" y="3392179"/>
              <a:ext cx="123825" cy="1238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34525" y="3830329"/>
              <a:ext cx="123825" cy="1238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1480" y="3115338"/>
            <a:ext cx="7825105" cy="24428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 marR="5080">
              <a:lnSpc>
                <a:spcPts val="8920"/>
              </a:lnSpc>
              <a:spcBef>
                <a:spcPts val="1390"/>
              </a:spcBef>
            </a:pPr>
            <a:r>
              <a:rPr sz="8400" spc="-114" dirty="0">
                <a:solidFill>
                  <a:srgbClr val="83E3F7"/>
                </a:solidFill>
                <a:latin typeface="Arial Black"/>
                <a:cs typeface="Arial Black"/>
              </a:rPr>
              <a:t>CERTIFICATE </a:t>
            </a:r>
            <a:r>
              <a:rPr sz="8400" spc="-285" dirty="0">
                <a:solidFill>
                  <a:srgbClr val="83E3F7"/>
                </a:solidFill>
                <a:latin typeface="Arial Black"/>
                <a:cs typeface="Arial Black"/>
              </a:rPr>
              <a:t>GENERATION</a:t>
            </a:r>
            <a:endParaRPr sz="8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38531" y="3144402"/>
            <a:ext cx="6873875" cy="14014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615"/>
              </a:spcBef>
            </a:pPr>
            <a:r>
              <a:rPr sz="3250" b="1" spc="145" dirty="0">
                <a:solidFill>
                  <a:srgbClr val="FFFFFF"/>
                </a:solidFill>
                <a:latin typeface="Trebuchet MS"/>
                <a:cs typeface="Trebuchet MS"/>
              </a:rPr>
              <a:t>AUTO-CREATED</a:t>
            </a:r>
            <a:r>
              <a:rPr sz="3250" b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05" dirty="0">
                <a:solidFill>
                  <a:srgbClr val="FFFFFF"/>
                </a:solidFill>
                <a:latin typeface="Trebuchet MS"/>
                <a:cs typeface="Trebuchet MS"/>
              </a:rPr>
              <a:t>PDF</a:t>
            </a:r>
            <a:r>
              <a:rPr sz="325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90" dirty="0">
                <a:solidFill>
                  <a:srgbClr val="FFFFFF"/>
                </a:solidFill>
                <a:latin typeface="Trebuchet MS"/>
                <a:cs typeface="Trebuchet MS"/>
              </a:rPr>
              <a:t>CERTIFICATE </a:t>
            </a:r>
            <a:r>
              <a:rPr sz="3250" b="1" spc="180" dirty="0">
                <a:solidFill>
                  <a:srgbClr val="FFFFFF"/>
                </a:solidFill>
                <a:latin typeface="Trebuchet MS"/>
                <a:cs typeface="Trebuchet MS"/>
              </a:rPr>
              <a:t>STUDENT</a:t>
            </a:r>
            <a:r>
              <a:rPr sz="32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225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32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-535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32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210" dirty="0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sz="3250" b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-585" dirty="0">
                <a:solidFill>
                  <a:srgbClr val="FFFFFF"/>
                </a:solidFill>
                <a:latin typeface="Trebuchet MS"/>
                <a:cs typeface="Trebuchet MS"/>
              </a:rPr>
              <a:t>+ </a:t>
            </a:r>
            <a:r>
              <a:rPr sz="3250" b="1" spc="195" dirty="0">
                <a:solidFill>
                  <a:srgbClr val="FFFFFF"/>
                </a:solidFill>
                <a:latin typeface="Trebuchet MS"/>
                <a:cs typeface="Trebuchet MS"/>
              </a:rPr>
              <a:t>SCORE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34525" y="4706629"/>
            <a:ext cx="123825" cy="1000125"/>
            <a:chOff x="9534525" y="4706629"/>
            <a:chExt cx="123825" cy="100012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34525" y="4706629"/>
              <a:ext cx="123825" cy="1238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34525" y="5144779"/>
              <a:ext cx="123825" cy="1238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34525" y="5582929"/>
              <a:ext cx="123825" cy="12382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838531" y="4458852"/>
            <a:ext cx="6812915" cy="1401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675"/>
              </a:lnSpc>
              <a:spcBef>
                <a:spcPts val="125"/>
              </a:spcBef>
            </a:pPr>
            <a:r>
              <a:rPr sz="3250" b="1" spc="175" dirty="0">
                <a:solidFill>
                  <a:srgbClr val="FFFFFF"/>
                </a:solidFill>
                <a:latin typeface="Trebuchet MS"/>
                <a:cs typeface="Trebuchet MS"/>
              </a:rPr>
              <a:t>UNIQUE</a:t>
            </a:r>
            <a:r>
              <a:rPr sz="325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00" dirty="0">
                <a:solidFill>
                  <a:srgbClr val="FFFFFF"/>
                </a:solidFill>
                <a:latin typeface="Trebuchet MS"/>
                <a:cs typeface="Trebuchet MS"/>
              </a:rPr>
              <a:t>CERTIFICATE</a:t>
            </a:r>
            <a:r>
              <a:rPr sz="32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14" dirty="0">
                <a:solidFill>
                  <a:srgbClr val="FFFFFF"/>
                </a:solidFill>
                <a:latin typeface="Trebuchet MS"/>
                <a:cs typeface="Trebuchet MS"/>
              </a:rPr>
              <a:t>ID</a:t>
            </a:r>
            <a:endParaRPr sz="3250">
              <a:latin typeface="Trebuchet MS"/>
              <a:cs typeface="Trebuchet MS"/>
            </a:endParaRPr>
          </a:p>
          <a:p>
            <a:pPr marL="12700" marR="5080">
              <a:lnSpc>
                <a:spcPts val="3450"/>
              </a:lnSpc>
              <a:spcBef>
                <a:spcPts val="265"/>
              </a:spcBef>
            </a:pPr>
            <a:r>
              <a:rPr sz="3250" b="1" spc="165" dirty="0">
                <a:solidFill>
                  <a:srgbClr val="FFFFFF"/>
                </a:solidFill>
                <a:latin typeface="Trebuchet MS"/>
                <a:cs typeface="Trebuchet MS"/>
              </a:rPr>
              <a:t>QR</a:t>
            </a:r>
            <a:r>
              <a:rPr sz="325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95" dirty="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sz="325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25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05" dirty="0">
                <a:solidFill>
                  <a:srgbClr val="FFFFFF"/>
                </a:solidFill>
                <a:latin typeface="Trebuchet MS"/>
                <a:cs typeface="Trebuchet MS"/>
              </a:rPr>
              <a:t>VERIFICATION </a:t>
            </a:r>
            <a:r>
              <a:rPr sz="3250" b="1" spc="204" dirty="0">
                <a:solidFill>
                  <a:srgbClr val="FFFFFF"/>
                </a:solidFill>
                <a:latin typeface="Trebuchet MS"/>
                <a:cs typeface="Trebuchet MS"/>
              </a:rPr>
              <a:t>DOWNLOADABLE</a:t>
            </a:r>
            <a:r>
              <a:rPr sz="325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6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325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195" dirty="0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1977" rIns="0" bIns="0" rtlCol="0">
            <a:spAutoFit/>
          </a:bodyPr>
          <a:lstStyle/>
          <a:p>
            <a:pPr marL="585470" marR="5080" indent="240665">
              <a:lnSpc>
                <a:spcPts val="8920"/>
              </a:lnSpc>
              <a:spcBef>
                <a:spcPts val="1390"/>
              </a:spcBef>
            </a:pPr>
            <a:r>
              <a:rPr spc="-350" dirty="0"/>
              <a:t>LEADERBOARD </a:t>
            </a:r>
            <a:r>
              <a:rPr spc="-355" dirty="0"/>
              <a:t>SYSTEM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3082" rIns="0" bIns="0" rtlCol="0">
            <a:spAutoFit/>
          </a:bodyPr>
          <a:lstStyle/>
          <a:p>
            <a:pPr marL="745490" marR="1348740" indent="-685800">
              <a:lnSpc>
                <a:spcPts val="4790"/>
              </a:lnSpc>
              <a:spcBef>
                <a:spcPts val="880"/>
              </a:spcBef>
              <a:buFont typeface="Wingdings" panose="05000000000000000000" pitchFamily="2" charset="2"/>
              <a:buChar char="v"/>
            </a:pPr>
            <a:r>
              <a:rPr spc="270" dirty="0"/>
              <a:t>WEEKLY</a:t>
            </a:r>
            <a:r>
              <a:rPr spc="-275" dirty="0"/>
              <a:t> </a:t>
            </a:r>
            <a:r>
              <a:rPr spc="135" dirty="0"/>
              <a:t>TOP</a:t>
            </a:r>
            <a:r>
              <a:rPr spc="-270" dirty="0"/>
              <a:t> </a:t>
            </a:r>
            <a:r>
              <a:rPr spc="165" dirty="0"/>
              <a:t>PERFORMERS:</a:t>
            </a:r>
            <a:r>
              <a:rPr spc="-270" dirty="0"/>
              <a:t> </a:t>
            </a:r>
            <a:r>
              <a:rPr spc="300" dirty="0"/>
              <a:t>BASED</a:t>
            </a:r>
            <a:r>
              <a:rPr spc="-270" dirty="0"/>
              <a:t> </a:t>
            </a:r>
            <a:r>
              <a:rPr spc="325" dirty="0"/>
              <a:t>ON</a:t>
            </a:r>
            <a:r>
              <a:rPr spc="-275" dirty="0"/>
              <a:t> </a:t>
            </a:r>
            <a:r>
              <a:rPr spc="260" dirty="0"/>
              <a:t>WEEKLY </a:t>
            </a:r>
            <a:r>
              <a:rPr spc="190" dirty="0"/>
              <a:t>AVERAGE</a:t>
            </a:r>
            <a:r>
              <a:rPr spc="-250" dirty="0"/>
              <a:t> </a:t>
            </a:r>
            <a:r>
              <a:rPr spc="270" dirty="0"/>
              <a:t>SCORE</a:t>
            </a:r>
          </a:p>
          <a:p>
            <a:pPr marL="745490" indent="-685800">
              <a:lnSpc>
                <a:spcPts val="4375"/>
              </a:lnSpc>
              <a:buFont typeface="Wingdings" panose="05000000000000000000" pitchFamily="2" charset="2"/>
              <a:buChar char="v"/>
            </a:pPr>
            <a:r>
              <a:rPr spc="260" dirty="0"/>
              <a:t>MONTHLY</a:t>
            </a:r>
            <a:r>
              <a:rPr spc="-275" dirty="0"/>
              <a:t> </a:t>
            </a:r>
            <a:r>
              <a:rPr spc="135" dirty="0"/>
              <a:t>TOP</a:t>
            </a:r>
            <a:r>
              <a:rPr spc="-275" dirty="0"/>
              <a:t> </a:t>
            </a:r>
            <a:r>
              <a:rPr spc="165" dirty="0"/>
              <a:t>PERFORMERS:</a:t>
            </a:r>
            <a:r>
              <a:rPr spc="-275" dirty="0"/>
              <a:t> </a:t>
            </a:r>
            <a:r>
              <a:rPr spc="210" dirty="0"/>
              <a:t>HIGHEST</a:t>
            </a:r>
            <a:r>
              <a:rPr spc="-270" dirty="0"/>
              <a:t> </a:t>
            </a:r>
            <a:r>
              <a:rPr spc="305" dirty="0"/>
              <a:t>SCORERS</a:t>
            </a:r>
            <a:r>
              <a:rPr spc="-275" dirty="0"/>
              <a:t> </a:t>
            </a:r>
            <a:r>
              <a:rPr spc="55" dirty="0"/>
              <a:t>OF</a:t>
            </a:r>
          </a:p>
          <a:p>
            <a:pPr marL="59690">
              <a:lnSpc>
                <a:spcPts val="4785"/>
              </a:lnSpc>
            </a:pPr>
            <a:r>
              <a:rPr lang="en-US" spc="150" dirty="0"/>
              <a:t>   </a:t>
            </a:r>
            <a:r>
              <a:rPr spc="150" dirty="0"/>
              <a:t>THE</a:t>
            </a:r>
            <a:r>
              <a:rPr spc="-275" dirty="0"/>
              <a:t> </a:t>
            </a:r>
            <a:r>
              <a:rPr spc="275" dirty="0"/>
              <a:t>MONTH</a:t>
            </a:r>
          </a:p>
          <a:p>
            <a:pPr marL="745490" marR="5080" indent="-685800">
              <a:lnSpc>
                <a:spcPts val="4790"/>
              </a:lnSpc>
              <a:spcBef>
                <a:spcPts val="405"/>
              </a:spcBef>
              <a:buFont typeface="Wingdings" panose="05000000000000000000" pitchFamily="2" charset="2"/>
              <a:buChar char="v"/>
            </a:pPr>
            <a:r>
              <a:rPr spc="240" dirty="0"/>
              <a:t>HELPS</a:t>
            </a:r>
            <a:r>
              <a:rPr spc="-260" dirty="0"/>
              <a:t> </a:t>
            </a:r>
            <a:r>
              <a:rPr spc="250" dirty="0"/>
              <a:t>BUILD</a:t>
            </a:r>
            <a:r>
              <a:rPr spc="-254" dirty="0"/>
              <a:t> </a:t>
            </a:r>
            <a:r>
              <a:rPr spc="114" dirty="0"/>
              <a:t>MOTIVATION,</a:t>
            </a:r>
            <a:r>
              <a:rPr spc="-260" dirty="0"/>
              <a:t> </a:t>
            </a:r>
            <a:r>
              <a:rPr spc="170" dirty="0"/>
              <a:t>COMPETITIVENESS,</a:t>
            </a:r>
            <a:r>
              <a:rPr spc="-254" dirty="0"/>
              <a:t> </a:t>
            </a:r>
            <a:r>
              <a:rPr spc="290" dirty="0"/>
              <a:t>AND </a:t>
            </a:r>
            <a:r>
              <a:rPr spc="254" dirty="0"/>
              <a:t>CONSISTENT</a:t>
            </a:r>
            <a:r>
              <a:rPr spc="-260" dirty="0"/>
              <a:t> </a:t>
            </a:r>
            <a:r>
              <a:rPr spc="120" dirty="0"/>
              <a:t>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94042"/>
            <a:ext cx="8441055" cy="216979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 marR="5080" indent="213360">
              <a:lnSpc>
                <a:spcPts val="7909"/>
              </a:lnSpc>
              <a:spcBef>
                <a:spcPts val="1250"/>
              </a:spcBef>
            </a:pPr>
            <a:r>
              <a:rPr sz="7450" spc="-145" dirty="0"/>
              <a:t>TECHNOLOGIES </a:t>
            </a:r>
            <a:r>
              <a:rPr sz="7450" spc="-20" dirty="0"/>
              <a:t>USED</a:t>
            </a:r>
            <a:endParaRPr sz="7450" dirty="0"/>
          </a:p>
        </p:txBody>
      </p:sp>
      <p:sp>
        <p:nvSpPr>
          <p:cNvPr id="3" name="object 3"/>
          <p:cNvSpPr/>
          <p:nvPr/>
        </p:nvSpPr>
        <p:spPr>
          <a:xfrm>
            <a:off x="16007962" y="7291983"/>
            <a:ext cx="1747520" cy="1739900"/>
          </a:xfrm>
          <a:custGeom>
            <a:avLst/>
            <a:gdLst/>
            <a:ahLst/>
            <a:cxnLst/>
            <a:rect l="l" t="t" r="r" b="b"/>
            <a:pathLst>
              <a:path w="1747519" h="1739900">
                <a:moveTo>
                  <a:pt x="1110987" y="76199"/>
                </a:moveTo>
                <a:lnTo>
                  <a:pt x="1038856" y="50799"/>
                </a:lnTo>
                <a:lnTo>
                  <a:pt x="1002343" y="50799"/>
                </a:lnTo>
                <a:lnTo>
                  <a:pt x="965616" y="38099"/>
                </a:lnTo>
                <a:lnTo>
                  <a:pt x="817198" y="38099"/>
                </a:lnTo>
                <a:lnTo>
                  <a:pt x="814243" y="0"/>
                </a:lnTo>
                <a:lnTo>
                  <a:pt x="1009254" y="0"/>
                </a:lnTo>
                <a:lnTo>
                  <a:pt x="1085912" y="25399"/>
                </a:lnTo>
                <a:lnTo>
                  <a:pt x="1123661" y="25399"/>
                </a:lnTo>
                <a:lnTo>
                  <a:pt x="1110987" y="76199"/>
                </a:lnTo>
                <a:close/>
              </a:path>
              <a:path w="1747519" h="1739900">
                <a:moveTo>
                  <a:pt x="126347" y="507999"/>
                </a:moveTo>
                <a:lnTo>
                  <a:pt x="86399" y="482599"/>
                </a:lnTo>
                <a:lnTo>
                  <a:pt x="96290" y="469899"/>
                </a:lnTo>
                <a:lnTo>
                  <a:pt x="106681" y="444499"/>
                </a:lnTo>
                <a:lnTo>
                  <a:pt x="117567" y="431799"/>
                </a:lnTo>
                <a:lnTo>
                  <a:pt x="128945" y="406399"/>
                </a:lnTo>
                <a:lnTo>
                  <a:pt x="140815" y="393699"/>
                </a:lnTo>
                <a:lnTo>
                  <a:pt x="153173" y="368299"/>
                </a:lnTo>
                <a:lnTo>
                  <a:pt x="166001" y="355599"/>
                </a:lnTo>
                <a:lnTo>
                  <a:pt x="179283" y="342899"/>
                </a:lnTo>
                <a:lnTo>
                  <a:pt x="211700" y="292099"/>
                </a:lnTo>
                <a:lnTo>
                  <a:pt x="246268" y="253999"/>
                </a:lnTo>
                <a:lnTo>
                  <a:pt x="282876" y="228599"/>
                </a:lnTo>
                <a:lnTo>
                  <a:pt x="321413" y="190499"/>
                </a:lnTo>
                <a:lnTo>
                  <a:pt x="361770" y="165099"/>
                </a:lnTo>
                <a:lnTo>
                  <a:pt x="403834" y="126999"/>
                </a:lnTo>
                <a:lnTo>
                  <a:pt x="447447" y="101599"/>
                </a:lnTo>
                <a:lnTo>
                  <a:pt x="492540" y="76199"/>
                </a:lnTo>
                <a:lnTo>
                  <a:pt x="539000" y="63499"/>
                </a:lnTo>
                <a:lnTo>
                  <a:pt x="586719" y="38099"/>
                </a:lnTo>
                <a:lnTo>
                  <a:pt x="685486" y="12699"/>
                </a:lnTo>
                <a:lnTo>
                  <a:pt x="695025" y="63499"/>
                </a:lnTo>
                <a:lnTo>
                  <a:pt x="647650" y="63499"/>
                </a:lnTo>
                <a:lnTo>
                  <a:pt x="601254" y="88899"/>
                </a:lnTo>
                <a:lnTo>
                  <a:pt x="555946" y="101599"/>
                </a:lnTo>
                <a:lnTo>
                  <a:pt x="511832" y="126999"/>
                </a:lnTo>
                <a:lnTo>
                  <a:pt x="469019" y="139699"/>
                </a:lnTo>
                <a:lnTo>
                  <a:pt x="427615" y="165099"/>
                </a:lnTo>
                <a:lnTo>
                  <a:pt x="387737" y="190499"/>
                </a:lnTo>
                <a:lnTo>
                  <a:pt x="349460" y="228599"/>
                </a:lnTo>
                <a:lnTo>
                  <a:pt x="312893" y="253999"/>
                </a:lnTo>
                <a:lnTo>
                  <a:pt x="278143" y="292099"/>
                </a:lnTo>
                <a:lnTo>
                  <a:pt x="245319" y="330199"/>
                </a:lnTo>
                <a:lnTo>
                  <a:pt x="214528" y="368299"/>
                </a:lnTo>
                <a:lnTo>
                  <a:pt x="201917" y="380999"/>
                </a:lnTo>
                <a:lnTo>
                  <a:pt x="189751" y="393699"/>
                </a:lnTo>
                <a:lnTo>
                  <a:pt x="178039" y="419099"/>
                </a:lnTo>
                <a:lnTo>
                  <a:pt x="166788" y="431799"/>
                </a:lnTo>
                <a:lnTo>
                  <a:pt x="155991" y="457199"/>
                </a:lnTo>
                <a:lnTo>
                  <a:pt x="145644" y="469899"/>
                </a:lnTo>
                <a:lnTo>
                  <a:pt x="135758" y="482599"/>
                </a:lnTo>
                <a:lnTo>
                  <a:pt x="126347" y="507999"/>
                </a:lnTo>
                <a:close/>
              </a:path>
              <a:path w="1747519" h="1739900">
                <a:moveTo>
                  <a:pt x="589669" y="152399"/>
                </a:moveTo>
                <a:lnTo>
                  <a:pt x="546212" y="152399"/>
                </a:lnTo>
                <a:lnTo>
                  <a:pt x="564556" y="139699"/>
                </a:lnTo>
                <a:lnTo>
                  <a:pt x="583118" y="139699"/>
                </a:lnTo>
                <a:lnTo>
                  <a:pt x="601873" y="126999"/>
                </a:lnTo>
                <a:lnTo>
                  <a:pt x="817646" y="76199"/>
                </a:lnTo>
                <a:lnTo>
                  <a:pt x="927618" y="76199"/>
                </a:lnTo>
                <a:lnTo>
                  <a:pt x="1036767" y="101599"/>
                </a:lnTo>
                <a:lnTo>
                  <a:pt x="765391" y="101599"/>
                </a:lnTo>
                <a:lnTo>
                  <a:pt x="607964" y="139699"/>
                </a:lnTo>
                <a:lnTo>
                  <a:pt x="589669" y="152399"/>
                </a:lnTo>
                <a:close/>
              </a:path>
              <a:path w="1747519" h="1739900">
                <a:moveTo>
                  <a:pt x="1578497" y="1384299"/>
                </a:moveTo>
                <a:lnTo>
                  <a:pt x="1542803" y="1358899"/>
                </a:lnTo>
                <a:lnTo>
                  <a:pt x="1572074" y="1320799"/>
                </a:lnTo>
                <a:lnTo>
                  <a:pt x="1598344" y="1269999"/>
                </a:lnTo>
                <a:lnTo>
                  <a:pt x="1621631" y="1231899"/>
                </a:lnTo>
                <a:lnTo>
                  <a:pt x="1641955" y="1181099"/>
                </a:lnTo>
                <a:lnTo>
                  <a:pt x="1659333" y="1130299"/>
                </a:lnTo>
                <a:lnTo>
                  <a:pt x="1673784" y="1092199"/>
                </a:lnTo>
                <a:lnTo>
                  <a:pt x="1685326" y="1041399"/>
                </a:lnTo>
                <a:lnTo>
                  <a:pt x="1693978" y="990599"/>
                </a:lnTo>
                <a:lnTo>
                  <a:pt x="1699759" y="939799"/>
                </a:lnTo>
                <a:lnTo>
                  <a:pt x="1702686" y="888999"/>
                </a:lnTo>
                <a:lnTo>
                  <a:pt x="1702779" y="850899"/>
                </a:lnTo>
                <a:lnTo>
                  <a:pt x="1700056" y="800099"/>
                </a:lnTo>
                <a:lnTo>
                  <a:pt x="1694534" y="749299"/>
                </a:lnTo>
                <a:lnTo>
                  <a:pt x="1686245" y="698499"/>
                </a:lnTo>
                <a:lnTo>
                  <a:pt x="1675199" y="647699"/>
                </a:lnTo>
                <a:lnTo>
                  <a:pt x="1661415" y="609599"/>
                </a:lnTo>
                <a:lnTo>
                  <a:pt x="1644911" y="558799"/>
                </a:lnTo>
                <a:lnTo>
                  <a:pt x="1625706" y="520699"/>
                </a:lnTo>
                <a:lnTo>
                  <a:pt x="1603819" y="469899"/>
                </a:lnTo>
                <a:lnTo>
                  <a:pt x="1579269" y="431799"/>
                </a:lnTo>
                <a:lnTo>
                  <a:pt x="1552075" y="393699"/>
                </a:lnTo>
                <a:lnTo>
                  <a:pt x="1522255" y="355599"/>
                </a:lnTo>
                <a:lnTo>
                  <a:pt x="1489829" y="317499"/>
                </a:lnTo>
                <a:lnTo>
                  <a:pt x="1454815" y="279399"/>
                </a:lnTo>
                <a:lnTo>
                  <a:pt x="1417232" y="241299"/>
                </a:lnTo>
                <a:lnTo>
                  <a:pt x="1377099" y="203199"/>
                </a:lnTo>
                <a:lnTo>
                  <a:pt x="1340308" y="177799"/>
                </a:lnTo>
                <a:lnTo>
                  <a:pt x="1282216" y="139699"/>
                </a:lnTo>
                <a:lnTo>
                  <a:pt x="1262254" y="139699"/>
                </a:lnTo>
                <a:lnTo>
                  <a:pt x="1221561" y="114299"/>
                </a:lnTo>
                <a:lnTo>
                  <a:pt x="1240147" y="76199"/>
                </a:lnTo>
                <a:lnTo>
                  <a:pt x="1283191" y="101599"/>
                </a:lnTo>
                <a:lnTo>
                  <a:pt x="1304177" y="101599"/>
                </a:lnTo>
                <a:lnTo>
                  <a:pt x="1324790" y="114299"/>
                </a:lnTo>
                <a:lnTo>
                  <a:pt x="1364985" y="139699"/>
                </a:lnTo>
                <a:lnTo>
                  <a:pt x="1384633" y="152399"/>
                </a:lnTo>
                <a:lnTo>
                  <a:pt x="1403970" y="177799"/>
                </a:lnTo>
                <a:lnTo>
                  <a:pt x="1443325" y="203199"/>
                </a:lnTo>
                <a:lnTo>
                  <a:pt x="1480364" y="241299"/>
                </a:lnTo>
                <a:lnTo>
                  <a:pt x="1515071" y="279399"/>
                </a:lnTo>
                <a:lnTo>
                  <a:pt x="1547430" y="304799"/>
                </a:lnTo>
                <a:lnTo>
                  <a:pt x="1577425" y="342899"/>
                </a:lnTo>
                <a:lnTo>
                  <a:pt x="1605041" y="393699"/>
                </a:lnTo>
                <a:lnTo>
                  <a:pt x="1630262" y="431799"/>
                </a:lnTo>
                <a:lnTo>
                  <a:pt x="1653072" y="469899"/>
                </a:lnTo>
                <a:lnTo>
                  <a:pt x="1673456" y="520699"/>
                </a:lnTo>
                <a:lnTo>
                  <a:pt x="1691397" y="558799"/>
                </a:lnTo>
                <a:lnTo>
                  <a:pt x="1706880" y="609599"/>
                </a:lnTo>
                <a:lnTo>
                  <a:pt x="1719890" y="647699"/>
                </a:lnTo>
                <a:lnTo>
                  <a:pt x="1730409" y="698499"/>
                </a:lnTo>
                <a:lnTo>
                  <a:pt x="1738423" y="736599"/>
                </a:lnTo>
                <a:lnTo>
                  <a:pt x="1743907" y="787399"/>
                </a:lnTo>
                <a:lnTo>
                  <a:pt x="1746853" y="838199"/>
                </a:lnTo>
                <a:lnTo>
                  <a:pt x="1747049" y="863599"/>
                </a:lnTo>
                <a:lnTo>
                  <a:pt x="1747147" y="876299"/>
                </a:lnTo>
                <a:lnTo>
                  <a:pt x="1745069" y="927099"/>
                </a:lnTo>
                <a:lnTo>
                  <a:pt x="1740308" y="977899"/>
                </a:lnTo>
                <a:lnTo>
                  <a:pt x="1732946" y="1028699"/>
                </a:lnTo>
                <a:lnTo>
                  <a:pt x="1722967" y="1066799"/>
                </a:lnTo>
                <a:lnTo>
                  <a:pt x="1710355" y="1117599"/>
                </a:lnTo>
                <a:lnTo>
                  <a:pt x="1695094" y="1168399"/>
                </a:lnTo>
                <a:lnTo>
                  <a:pt x="1677168" y="1206499"/>
                </a:lnTo>
                <a:lnTo>
                  <a:pt x="1656561" y="1257299"/>
                </a:lnTo>
                <a:lnTo>
                  <a:pt x="1633258" y="1295399"/>
                </a:lnTo>
                <a:lnTo>
                  <a:pt x="1607241" y="1346199"/>
                </a:lnTo>
                <a:lnTo>
                  <a:pt x="1578497" y="1384299"/>
                </a:lnTo>
                <a:close/>
              </a:path>
              <a:path w="1747519" h="1739900">
                <a:moveTo>
                  <a:pt x="1137410" y="139699"/>
                </a:moveTo>
                <a:lnTo>
                  <a:pt x="979899" y="101599"/>
                </a:lnTo>
                <a:lnTo>
                  <a:pt x="1036767" y="101599"/>
                </a:lnTo>
                <a:lnTo>
                  <a:pt x="1143456" y="126999"/>
                </a:lnTo>
                <a:lnTo>
                  <a:pt x="1137410" y="139699"/>
                </a:lnTo>
                <a:close/>
              </a:path>
              <a:path w="1747519" h="1739900">
                <a:moveTo>
                  <a:pt x="317354" y="495299"/>
                </a:moveTo>
                <a:lnTo>
                  <a:pt x="258283" y="457199"/>
                </a:lnTo>
                <a:lnTo>
                  <a:pt x="268863" y="444499"/>
                </a:lnTo>
                <a:lnTo>
                  <a:pt x="279774" y="431799"/>
                </a:lnTo>
                <a:lnTo>
                  <a:pt x="291013" y="419099"/>
                </a:lnTo>
                <a:lnTo>
                  <a:pt x="302575" y="406399"/>
                </a:lnTo>
                <a:lnTo>
                  <a:pt x="314834" y="380999"/>
                </a:lnTo>
                <a:lnTo>
                  <a:pt x="327286" y="368299"/>
                </a:lnTo>
                <a:lnTo>
                  <a:pt x="339922" y="355599"/>
                </a:lnTo>
                <a:lnTo>
                  <a:pt x="352735" y="342899"/>
                </a:lnTo>
                <a:lnTo>
                  <a:pt x="390776" y="304799"/>
                </a:lnTo>
                <a:lnTo>
                  <a:pt x="431051" y="279399"/>
                </a:lnTo>
                <a:lnTo>
                  <a:pt x="473386" y="253999"/>
                </a:lnTo>
                <a:lnTo>
                  <a:pt x="517606" y="228599"/>
                </a:lnTo>
                <a:lnTo>
                  <a:pt x="563537" y="203199"/>
                </a:lnTo>
                <a:lnTo>
                  <a:pt x="610908" y="177799"/>
                </a:lnTo>
                <a:lnTo>
                  <a:pt x="659607" y="165099"/>
                </a:lnTo>
                <a:lnTo>
                  <a:pt x="811914" y="126999"/>
                </a:lnTo>
                <a:lnTo>
                  <a:pt x="817736" y="203199"/>
                </a:lnTo>
                <a:lnTo>
                  <a:pt x="771007" y="203199"/>
                </a:lnTo>
                <a:lnTo>
                  <a:pt x="635958" y="241299"/>
                </a:lnTo>
                <a:lnTo>
                  <a:pt x="593185" y="266699"/>
                </a:lnTo>
                <a:lnTo>
                  <a:pt x="551846" y="279399"/>
                </a:lnTo>
                <a:lnTo>
                  <a:pt x="511988" y="304799"/>
                </a:lnTo>
                <a:lnTo>
                  <a:pt x="473771" y="330199"/>
                </a:lnTo>
                <a:lnTo>
                  <a:pt x="437353" y="368299"/>
                </a:lnTo>
                <a:lnTo>
                  <a:pt x="402894" y="393699"/>
                </a:lnTo>
                <a:lnTo>
                  <a:pt x="368066" y="431799"/>
                </a:lnTo>
                <a:lnTo>
                  <a:pt x="336573" y="469899"/>
                </a:lnTo>
                <a:lnTo>
                  <a:pt x="326747" y="482599"/>
                </a:lnTo>
                <a:lnTo>
                  <a:pt x="317354" y="495299"/>
                </a:lnTo>
                <a:close/>
              </a:path>
              <a:path w="1747519" h="1739900">
                <a:moveTo>
                  <a:pt x="467205" y="215899"/>
                </a:moveTo>
                <a:lnTo>
                  <a:pt x="457934" y="203199"/>
                </a:lnTo>
                <a:lnTo>
                  <a:pt x="492654" y="177799"/>
                </a:lnTo>
                <a:lnTo>
                  <a:pt x="528112" y="152399"/>
                </a:lnTo>
                <a:lnTo>
                  <a:pt x="571542" y="152399"/>
                </a:lnTo>
                <a:lnTo>
                  <a:pt x="535860" y="177799"/>
                </a:lnTo>
                <a:lnTo>
                  <a:pt x="518262" y="177799"/>
                </a:lnTo>
                <a:lnTo>
                  <a:pt x="500944" y="190499"/>
                </a:lnTo>
                <a:lnTo>
                  <a:pt x="483921" y="203199"/>
                </a:lnTo>
                <a:lnTo>
                  <a:pt x="467205" y="215899"/>
                </a:lnTo>
                <a:close/>
              </a:path>
              <a:path w="1747519" h="1739900">
                <a:moveTo>
                  <a:pt x="1455920" y="368299"/>
                </a:moveTo>
                <a:lnTo>
                  <a:pt x="1408420" y="317499"/>
                </a:lnTo>
                <a:lnTo>
                  <a:pt x="1356722" y="266699"/>
                </a:lnTo>
                <a:lnTo>
                  <a:pt x="1301121" y="228599"/>
                </a:lnTo>
                <a:lnTo>
                  <a:pt x="1271990" y="203199"/>
                </a:lnTo>
                <a:lnTo>
                  <a:pt x="1242028" y="190499"/>
                </a:lnTo>
                <a:lnTo>
                  <a:pt x="1250492" y="177799"/>
                </a:lnTo>
                <a:lnTo>
                  <a:pt x="1281182" y="190499"/>
                </a:lnTo>
                <a:lnTo>
                  <a:pt x="1311008" y="215899"/>
                </a:lnTo>
                <a:lnTo>
                  <a:pt x="1339909" y="228599"/>
                </a:lnTo>
                <a:lnTo>
                  <a:pt x="1394776" y="279399"/>
                </a:lnTo>
                <a:lnTo>
                  <a:pt x="1445563" y="330199"/>
                </a:lnTo>
                <a:lnTo>
                  <a:pt x="1469311" y="355599"/>
                </a:lnTo>
                <a:lnTo>
                  <a:pt x="1455920" y="368299"/>
                </a:lnTo>
                <a:close/>
              </a:path>
              <a:path w="1747519" h="1739900">
                <a:moveTo>
                  <a:pt x="133602" y="1142999"/>
                </a:moveTo>
                <a:lnTo>
                  <a:pt x="118044" y="1092199"/>
                </a:lnTo>
                <a:lnTo>
                  <a:pt x="105536" y="1041399"/>
                </a:lnTo>
                <a:lnTo>
                  <a:pt x="96051" y="1003299"/>
                </a:lnTo>
                <a:lnTo>
                  <a:pt x="89560" y="952499"/>
                </a:lnTo>
                <a:lnTo>
                  <a:pt x="86036" y="901699"/>
                </a:lnTo>
                <a:lnTo>
                  <a:pt x="85450" y="850899"/>
                </a:lnTo>
                <a:lnTo>
                  <a:pt x="87775" y="800099"/>
                </a:lnTo>
                <a:lnTo>
                  <a:pt x="92982" y="761999"/>
                </a:lnTo>
                <a:lnTo>
                  <a:pt x="101044" y="711199"/>
                </a:lnTo>
                <a:lnTo>
                  <a:pt x="111950" y="660399"/>
                </a:lnTo>
                <a:lnTo>
                  <a:pt x="125662" y="622299"/>
                </a:lnTo>
                <a:lnTo>
                  <a:pt x="142151" y="571499"/>
                </a:lnTo>
                <a:lnTo>
                  <a:pt x="161391" y="533399"/>
                </a:lnTo>
                <a:lnTo>
                  <a:pt x="183353" y="482599"/>
                </a:lnTo>
                <a:lnTo>
                  <a:pt x="208010" y="444499"/>
                </a:lnTo>
                <a:lnTo>
                  <a:pt x="235334" y="406399"/>
                </a:lnTo>
                <a:lnTo>
                  <a:pt x="265297" y="368299"/>
                </a:lnTo>
                <a:lnTo>
                  <a:pt x="297873" y="330199"/>
                </a:lnTo>
                <a:lnTo>
                  <a:pt x="310771" y="342899"/>
                </a:lnTo>
                <a:lnTo>
                  <a:pt x="275125" y="380999"/>
                </a:lnTo>
                <a:lnTo>
                  <a:pt x="242714" y="419099"/>
                </a:lnTo>
                <a:lnTo>
                  <a:pt x="213577" y="469899"/>
                </a:lnTo>
                <a:lnTo>
                  <a:pt x="187753" y="520699"/>
                </a:lnTo>
                <a:lnTo>
                  <a:pt x="165281" y="558799"/>
                </a:lnTo>
                <a:lnTo>
                  <a:pt x="146201" y="609599"/>
                </a:lnTo>
                <a:lnTo>
                  <a:pt x="130553" y="660399"/>
                </a:lnTo>
                <a:lnTo>
                  <a:pt x="118375" y="711199"/>
                </a:lnTo>
                <a:lnTo>
                  <a:pt x="109703" y="761999"/>
                </a:lnTo>
                <a:lnTo>
                  <a:pt x="104570" y="812799"/>
                </a:lnTo>
                <a:lnTo>
                  <a:pt x="103015" y="876299"/>
                </a:lnTo>
                <a:lnTo>
                  <a:pt x="105074" y="927099"/>
                </a:lnTo>
                <a:lnTo>
                  <a:pt x="110786" y="977899"/>
                </a:lnTo>
                <a:lnTo>
                  <a:pt x="120189" y="1028699"/>
                </a:lnTo>
                <a:lnTo>
                  <a:pt x="133320" y="1079499"/>
                </a:lnTo>
                <a:lnTo>
                  <a:pt x="150217" y="1130299"/>
                </a:lnTo>
                <a:lnTo>
                  <a:pt x="133602" y="1142999"/>
                </a:lnTo>
                <a:close/>
              </a:path>
              <a:path w="1747519" h="1739900">
                <a:moveTo>
                  <a:pt x="1160206" y="1600199"/>
                </a:moveTo>
                <a:lnTo>
                  <a:pt x="1153757" y="1587499"/>
                </a:lnTo>
                <a:lnTo>
                  <a:pt x="1201576" y="1562099"/>
                </a:lnTo>
                <a:lnTo>
                  <a:pt x="1247316" y="1536699"/>
                </a:lnTo>
                <a:lnTo>
                  <a:pt x="1290911" y="1511299"/>
                </a:lnTo>
                <a:lnTo>
                  <a:pt x="1332297" y="1485899"/>
                </a:lnTo>
                <a:lnTo>
                  <a:pt x="1371410" y="1460499"/>
                </a:lnTo>
                <a:lnTo>
                  <a:pt x="1408185" y="1422399"/>
                </a:lnTo>
                <a:lnTo>
                  <a:pt x="1442558" y="1384299"/>
                </a:lnTo>
                <a:lnTo>
                  <a:pt x="1474463" y="1346199"/>
                </a:lnTo>
                <a:lnTo>
                  <a:pt x="1503837" y="1308099"/>
                </a:lnTo>
                <a:lnTo>
                  <a:pt x="1530614" y="1269999"/>
                </a:lnTo>
                <a:lnTo>
                  <a:pt x="1554731" y="1231899"/>
                </a:lnTo>
                <a:lnTo>
                  <a:pt x="1576123" y="1181099"/>
                </a:lnTo>
                <a:lnTo>
                  <a:pt x="1594725" y="1142999"/>
                </a:lnTo>
                <a:lnTo>
                  <a:pt x="1610474" y="1092199"/>
                </a:lnTo>
                <a:lnTo>
                  <a:pt x="1623304" y="1041399"/>
                </a:lnTo>
                <a:lnTo>
                  <a:pt x="1633154" y="1003299"/>
                </a:lnTo>
                <a:lnTo>
                  <a:pt x="1639958" y="952499"/>
                </a:lnTo>
                <a:lnTo>
                  <a:pt x="1643653" y="901699"/>
                </a:lnTo>
                <a:lnTo>
                  <a:pt x="1644175" y="850899"/>
                </a:lnTo>
                <a:lnTo>
                  <a:pt x="1641459" y="800099"/>
                </a:lnTo>
                <a:lnTo>
                  <a:pt x="1635443" y="749299"/>
                </a:lnTo>
                <a:lnTo>
                  <a:pt x="1626061" y="698499"/>
                </a:lnTo>
                <a:lnTo>
                  <a:pt x="1613251" y="647699"/>
                </a:lnTo>
                <a:lnTo>
                  <a:pt x="1596948" y="596899"/>
                </a:lnTo>
                <a:lnTo>
                  <a:pt x="1589384" y="584199"/>
                </a:lnTo>
                <a:lnTo>
                  <a:pt x="1581279" y="558799"/>
                </a:lnTo>
                <a:lnTo>
                  <a:pt x="1572644" y="546099"/>
                </a:lnTo>
                <a:lnTo>
                  <a:pt x="1563494" y="520699"/>
                </a:lnTo>
                <a:lnTo>
                  <a:pt x="1553824" y="507999"/>
                </a:lnTo>
                <a:lnTo>
                  <a:pt x="1543637" y="482599"/>
                </a:lnTo>
                <a:lnTo>
                  <a:pt x="1532955" y="469899"/>
                </a:lnTo>
                <a:lnTo>
                  <a:pt x="1521799" y="444499"/>
                </a:lnTo>
                <a:lnTo>
                  <a:pt x="1536667" y="444499"/>
                </a:lnTo>
                <a:lnTo>
                  <a:pt x="1548129" y="457199"/>
                </a:lnTo>
                <a:lnTo>
                  <a:pt x="1559065" y="482599"/>
                </a:lnTo>
                <a:lnTo>
                  <a:pt x="1569473" y="495299"/>
                </a:lnTo>
                <a:lnTo>
                  <a:pt x="1579347" y="520699"/>
                </a:lnTo>
                <a:lnTo>
                  <a:pt x="1588718" y="533399"/>
                </a:lnTo>
                <a:lnTo>
                  <a:pt x="1597547" y="558799"/>
                </a:lnTo>
                <a:lnTo>
                  <a:pt x="1605830" y="571499"/>
                </a:lnTo>
                <a:lnTo>
                  <a:pt x="1613563" y="596899"/>
                </a:lnTo>
                <a:lnTo>
                  <a:pt x="1630240" y="647699"/>
                </a:lnTo>
                <a:lnTo>
                  <a:pt x="1643343" y="698499"/>
                </a:lnTo>
                <a:lnTo>
                  <a:pt x="1652938" y="749299"/>
                </a:lnTo>
                <a:lnTo>
                  <a:pt x="1659091" y="800099"/>
                </a:lnTo>
                <a:lnTo>
                  <a:pt x="1661867" y="850899"/>
                </a:lnTo>
                <a:lnTo>
                  <a:pt x="1661332" y="901699"/>
                </a:lnTo>
                <a:lnTo>
                  <a:pt x="1657550" y="952499"/>
                </a:lnTo>
                <a:lnTo>
                  <a:pt x="1650589" y="1003299"/>
                </a:lnTo>
                <a:lnTo>
                  <a:pt x="1640512" y="1054099"/>
                </a:lnTo>
                <a:lnTo>
                  <a:pt x="1627385" y="1092199"/>
                </a:lnTo>
                <a:lnTo>
                  <a:pt x="1611275" y="1142999"/>
                </a:lnTo>
                <a:lnTo>
                  <a:pt x="1592245" y="1193799"/>
                </a:lnTo>
                <a:lnTo>
                  <a:pt x="1570363" y="1231899"/>
                </a:lnTo>
                <a:lnTo>
                  <a:pt x="1545694" y="1282699"/>
                </a:lnTo>
                <a:lnTo>
                  <a:pt x="1518303" y="1320799"/>
                </a:lnTo>
                <a:lnTo>
                  <a:pt x="1488257" y="1358899"/>
                </a:lnTo>
                <a:lnTo>
                  <a:pt x="1455621" y="1396999"/>
                </a:lnTo>
                <a:lnTo>
                  <a:pt x="1420462" y="1435099"/>
                </a:lnTo>
                <a:lnTo>
                  <a:pt x="1382845" y="1473199"/>
                </a:lnTo>
                <a:lnTo>
                  <a:pt x="1342837" y="1498599"/>
                </a:lnTo>
                <a:lnTo>
                  <a:pt x="1300503" y="1523999"/>
                </a:lnTo>
                <a:lnTo>
                  <a:pt x="1255909" y="1562099"/>
                </a:lnTo>
                <a:lnTo>
                  <a:pt x="1209121" y="1574799"/>
                </a:lnTo>
                <a:lnTo>
                  <a:pt x="1160206" y="1600199"/>
                </a:lnTo>
                <a:close/>
              </a:path>
              <a:path w="1747519" h="1739900">
                <a:moveTo>
                  <a:pt x="269479" y="990599"/>
                </a:moveTo>
                <a:lnTo>
                  <a:pt x="266509" y="977899"/>
                </a:lnTo>
                <a:lnTo>
                  <a:pt x="263921" y="965199"/>
                </a:lnTo>
                <a:lnTo>
                  <a:pt x="261727" y="939799"/>
                </a:lnTo>
                <a:lnTo>
                  <a:pt x="259940" y="927099"/>
                </a:lnTo>
                <a:lnTo>
                  <a:pt x="258504" y="914399"/>
                </a:lnTo>
                <a:lnTo>
                  <a:pt x="257483" y="901699"/>
                </a:lnTo>
                <a:lnTo>
                  <a:pt x="256873" y="876299"/>
                </a:lnTo>
                <a:lnTo>
                  <a:pt x="256671" y="863599"/>
                </a:lnTo>
                <a:lnTo>
                  <a:pt x="259072" y="812799"/>
                </a:lnTo>
                <a:lnTo>
                  <a:pt x="266205" y="761999"/>
                </a:lnTo>
                <a:lnTo>
                  <a:pt x="277964" y="711199"/>
                </a:lnTo>
                <a:lnTo>
                  <a:pt x="294245" y="660399"/>
                </a:lnTo>
                <a:lnTo>
                  <a:pt x="314935" y="609599"/>
                </a:lnTo>
                <a:lnTo>
                  <a:pt x="339920" y="558799"/>
                </a:lnTo>
                <a:lnTo>
                  <a:pt x="369096" y="507999"/>
                </a:lnTo>
                <a:lnTo>
                  <a:pt x="402356" y="469899"/>
                </a:lnTo>
                <a:lnTo>
                  <a:pt x="436169" y="495299"/>
                </a:lnTo>
                <a:lnTo>
                  <a:pt x="405291" y="533399"/>
                </a:lnTo>
                <a:lnTo>
                  <a:pt x="378217" y="584199"/>
                </a:lnTo>
                <a:lnTo>
                  <a:pt x="355040" y="622299"/>
                </a:lnTo>
                <a:lnTo>
                  <a:pt x="335851" y="673099"/>
                </a:lnTo>
                <a:lnTo>
                  <a:pt x="320778" y="723899"/>
                </a:lnTo>
                <a:lnTo>
                  <a:pt x="309887" y="761999"/>
                </a:lnTo>
                <a:lnTo>
                  <a:pt x="303278" y="812799"/>
                </a:lnTo>
                <a:lnTo>
                  <a:pt x="301053" y="863599"/>
                </a:lnTo>
                <a:lnTo>
                  <a:pt x="301237" y="876299"/>
                </a:lnTo>
                <a:lnTo>
                  <a:pt x="302697" y="914399"/>
                </a:lnTo>
                <a:lnTo>
                  <a:pt x="307659" y="952499"/>
                </a:lnTo>
                <a:lnTo>
                  <a:pt x="312831" y="977899"/>
                </a:lnTo>
                <a:lnTo>
                  <a:pt x="269479" y="990599"/>
                </a:lnTo>
                <a:close/>
              </a:path>
              <a:path w="1747519" h="1739900">
                <a:moveTo>
                  <a:pt x="352690" y="1384299"/>
                </a:moveTo>
                <a:lnTo>
                  <a:pt x="317311" y="1346199"/>
                </a:lnTo>
                <a:lnTo>
                  <a:pt x="284965" y="1308099"/>
                </a:lnTo>
                <a:lnTo>
                  <a:pt x="255692" y="1269999"/>
                </a:lnTo>
                <a:lnTo>
                  <a:pt x="229537" y="1219199"/>
                </a:lnTo>
                <a:lnTo>
                  <a:pt x="206541" y="1181099"/>
                </a:lnTo>
                <a:lnTo>
                  <a:pt x="186747" y="1130299"/>
                </a:lnTo>
                <a:lnTo>
                  <a:pt x="170198" y="1092199"/>
                </a:lnTo>
                <a:lnTo>
                  <a:pt x="156935" y="1041399"/>
                </a:lnTo>
                <a:lnTo>
                  <a:pt x="146985" y="990599"/>
                </a:lnTo>
                <a:lnTo>
                  <a:pt x="140405" y="939799"/>
                </a:lnTo>
                <a:lnTo>
                  <a:pt x="137237" y="888999"/>
                </a:lnTo>
                <a:lnTo>
                  <a:pt x="137308" y="876299"/>
                </a:lnTo>
                <a:lnTo>
                  <a:pt x="137379" y="863599"/>
                </a:lnTo>
                <a:lnTo>
                  <a:pt x="141298" y="787399"/>
                </a:lnTo>
                <a:lnTo>
                  <a:pt x="148609" y="736599"/>
                </a:lnTo>
                <a:lnTo>
                  <a:pt x="159496" y="685799"/>
                </a:lnTo>
                <a:lnTo>
                  <a:pt x="173998" y="634999"/>
                </a:lnTo>
                <a:lnTo>
                  <a:pt x="241399" y="660399"/>
                </a:lnTo>
                <a:lnTo>
                  <a:pt x="226682" y="711199"/>
                </a:lnTo>
                <a:lnTo>
                  <a:pt x="216233" y="761999"/>
                </a:lnTo>
                <a:lnTo>
                  <a:pt x="209996" y="812799"/>
                </a:lnTo>
                <a:lnTo>
                  <a:pt x="207911" y="863599"/>
                </a:lnTo>
                <a:lnTo>
                  <a:pt x="209921" y="914399"/>
                </a:lnTo>
                <a:lnTo>
                  <a:pt x="215968" y="965199"/>
                </a:lnTo>
                <a:lnTo>
                  <a:pt x="225993" y="1015999"/>
                </a:lnTo>
                <a:lnTo>
                  <a:pt x="239943" y="1066799"/>
                </a:lnTo>
                <a:lnTo>
                  <a:pt x="257762" y="1117599"/>
                </a:lnTo>
                <a:lnTo>
                  <a:pt x="279393" y="1168399"/>
                </a:lnTo>
                <a:lnTo>
                  <a:pt x="304779" y="1219199"/>
                </a:lnTo>
                <a:lnTo>
                  <a:pt x="333862" y="1257299"/>
                </a:lnTo>
                <a:lnTo>
                  <a:pt x="366586" y="1295399"/>
                </a:lnTo>
                <a:lnTo>
                  <a:pt x="402894" y="1333499"/>
                </a:lnTo>
                <a:lnTo>
                  <a:pt x="352690" y="1384299"/>
                </a:lnTo>
                <a:close/>
              </a:path>
              <a:path w="1747519" h="1739900">
                <a:moveTo>
                  <a:pt x="343240" y="1562099"/>
                </a:moveTo>
                <a:lnTo>
                  <a:pt x="304946" y="1536699"/>
                </a:lnTo>
                <a:lnTo>
                  <a:pt x="268716" y="1498599"/>
                </a:lnTo>
                <a:lnTo>
                  <a:pt x="234589" y="1460499"/>
                </a:lnTo>
                <a:lnTo>
                  <a:pt x="202606" y="1422399"/>
                </a:lnTo>
                <a:lnTo>
                  <a:pt x="172806" y="1384299"/>
                </a:lnTo>
                <a:lnTo>
                  <a:pt x="145229" y="1346199"/>
                </a:lnTo>
                <a:lnTo>
                  <a:pt x="119917" y="1308099"/>
                </a:lnTo>
                <a:lnTo>
                  <a:pt x="96908" y="1269999"/>
                </a:lnTo>
                <a:lnTo>
                  <a:pt x="76242" y="1219199"/>
                </a:lnTo>
                <a:lnTo>
                  <a:pt x="57960" y="1181099"/>
                </a:lnTo>
                <a:lnTo>
                  <a:pt x="42101" y="1130299"/>
                </a:lnTo>
                <a:lnTo>
                  <a:pt x="28702" y="1092199"/>
                </a:lnTo>
                <a:lnTo>
                  <a:pt x="17804" y="1041399"/>
                </a:lnTo>
                <a:lnTo>
                  <a:pt x="9444" y="990599"/>
                </a:lnTo>
                <a:lnTo>
                  <a:pt x="3664" y="952499"/>
                </a:lnTo>
                <a:lnTo>
                  <a:pt x="503" y="901699"/>
                </a:lnTo>
                <a:lnTo>
                  <a:pt x="251" y="876299"/>
                </a:lnTo>
                <a:lnTo>
                  <a:pt x="125" y="863599"/>
                </a:lnTo>
                <a:lnTo>
                  <a:pt x="0" y="850899"/>
                </a:lnTo>
                <a:lnTo>
                  <a:pt x="2194" y="800099"/>
                </a:lnTo>
                <a:lnTo>
                  <a:pt x="7125" y="749299"/>
                </a:lnTo>
                <a:lnTo>
                  <a:pt x="14833" y="711199"/>
                </a:lnTo>
                <a:lnTo>
                  <a:pt x="58364" y="711199"/>
                </a:lnTo>
                <a:lnTo>
                  <a:pt x="50390" y="761999"/>
                </a:lnTo>
                <a:lnTo>
                  <a:pt x="45664" y="812799"/>
                </a:lnTo>
                <a:lnTo>
                  <a:pt x="44134" y="863599"/>
                </a:lnTo>
                <a:lnTo>
                  <a:pt x="45750" y="914399"/>
                </a:lnTo>
                <a:lnTo>
                  <a:pt x="50461" y="965199"/>
                </a:lnTo>
                <a:lnTo>
                  <a:pt x="58218" y="1015999"/>
                </a:lnTo>
                <a:lnTo>
                  <a:pt x="68969" y="1066799"/>
                </a:lnTo>
                <a:lnTo>
                  <a:pt x="82664" y="1117599"/>
                </a:lnTo>
                <a:lnTo>
                  <a:pt x="99252" y="1168399"/>
                </a:lnTo>
                <a:lnTo>
                  <a:pt x="118669" y="1206499"/>
                </a:lnTo>
                <a:lnTo>
                  <a:pt x="140876" y="1257299"/>
                </a:lnTo>
                <a:lnTo>
                  <a:pt x="165822" y="1295399"/>
                </a:lnTo>
                <a:lnTo>
                  <a:pt x="193456" y="1346199"/>
                </a:lnTo>
                <a:lnTo>
                  <a:pt x="223725" y="1384299"/>
                </a:lnTo>
                <a:lnTo>
                  <a:pt x="256576" y="1422399"/>
                </a:lnTo>
                <a:lnTo>
                  <a:pt x="291959" y="1460499"/>
                </a:lnTo>
                <a:lnTo>
                  <a:pt x="329822" y="1498599"/>
                </a:lnTo>
                <a:lnTo>
                  <a:pt x="370111" y="1523999"/>
                </a:lnTo>
                <a:lnTo>
                  <a:pt x="343240" y="1562099"/>
                </a:lnTo>
                <a:close/>
              </a:path>
              <a:path w="1747519" h="1739900">
                <a:moveTo>
                  <a:pt x="796292" y="1638299"/>
                </a:moveTo>
                <a:lnTo>
                  <a:pt x="690384" y="1638299"/>
                </a:lnTo>
                <a:lnTo>
                  <a:pt x="639783" y="1625599"/>
                </a:lnTo>
                <a:lnTo>
                  <a:pt x="590369" y="1600199"/>
                </a:lnTo>
                <a:lnTo>
                  <a:pt x="542300" y="1587499"/>
                </a:lnTo>
                <a:lnTo>
                  <a:pt x="495733" y="1562099"/>
                </a:lnTo>
                <a:lnTo>
                  <a:pt x="450804" y="1536699"/>
                </a:lnTo>
                <a:lnTo>
                  <a:pt x="407686" y="1498599"/>
                </a:lnTo>
                <a:lnTo>
                  <a:pt x="366532" y="1473199"/>
                </a:lnTo>
                <a:lnTo>
                  <a:pt x="327498" y="1435099"/>
                </a:lnTo>
                <a:lnTo>
                  <a:pt x="290740" y="1396999"/>
                </a:lnTo>
                <a:lnTo>
                  <a:pt x="256413" y="1358899"/>
                </a:lnTo>
                <a:lnTo>
                  <a:pt x="224673" y="1320799"/>
                </a:lnTo>
                <a:lnTo>
                  <a:pt x="195674" y="1269999"/>
                </a:lnTo>
                <a:lnTo>
                  <a:pt x="210901" y="1257299"/>
                </a:lnTo>
                <a:lnTo>
                  <a:pt x="239247" y="1308099"/>
                </a:lnTo>
                <a:lnTo>
                  <a:pt x="270275" y="1346199"/>
                </a:lnTo>
                <a:lnTo>
                  <a:pt x="303831" y="1384299"/>
                </a:lnTo>
                <a:lnTo>
                  <a:pt x="339764" y="1422399"/>
                </a:lnTo>
                <a:lnTo>
                  <a:pt x="377919" y="1460499"/>
                </a:lnTo>
                <a:lnTo>
                  <a:pt x="418145" y="1485899"/>
                </a:lnTo>
                <a:lnTo>
                  <a:pt x="460288" y="1511299"/>
                </a:lnTo>
                <a:lnTo>
                  <a:pt x="504197" y="1549399"/>
                </a:lnTo>
                <a:lnTo>
                  <a:pt x="549722" y="1562099"/>
                </a:lnTo>
                <a:lnTo>
                  <a:pt x="596714" y="1587499"/>
                </a:lnTo>
                <a:lnTo>
                  <a:pt x="796292" y="1638299"/>
                </a:lnTo>
                <a:close/>
              </a:path>
              <a:path w="1747519" h="1739900">
                <a:moveTo>
                  <a:pt x="949583" y="1600199"/>
                </a:moveTo>
                <a:lnTo>
                  <a:pt x="755687" y="1600199"/>
                </a:lnTo>
                <a:lnTo>
                  <a:pt x="616200" y="1562099"/>
                </a:lnTo>
                <a:lnTo>
                  <a:pt x="571593" y="1536699"/>
                </a:lnTo>
                <a:lnTo>
                  <a:pt x="528174" y="1523999"/>
                </a:lnTo>
                <a:lnTo>
                  <a:pt x="486094" y="1498599"/>
                </a:lnTo>
                <a:lnTo>
                  <a:pt x="445507" y="1460499"/>
                </a:lnTo>
                <a:lnTo>
                  <a:pt x="406566" y="1435099"/>
                </a:lnTo>
                <a:lnTo>
                  <a:pt x="451485" y="1384299"/>
                </a:lnTo>
                <a:lnTo>
                  <a:pt x="493761" y="1409699"/>
                </a:lnTo>
                <a:lnTo>
                  <a:pt x="538202" y="1447799"/>
                </a:lnTo>
                <a:lnTo>
                  <a:pt x="584564" y="1473199"/>
                </a:lnTo>
                <a:lnTo>
                  <a:pt x="682082" y="1498599"/>
                </a:lnTo>
                <a:lnTo>
                  <a:pt x="732765" y="1523999"/>
                </a:lnTo>
                <a:lnTo>
                  <a:pt x="784371" y="1523999"/>
                </a:lnTo>
                <a:lnTo>
                  <a:pt x="836666" y="1536699"/>
                </a:lnTo>
                <a:lnTo>
                  <a:pt x="943574" y="1536699"/>
                </a:lnTo>
                <a:lnTo>
                  <a:pt x="949583" y="1600199"/>
                </a:lnTo>
                <a:close/>
              </a:path>
              <a:path w="1747519" h="1739900">
                <a:moveTo>
                  <a:pt x="943574" y="1536699"/>
                </a:moveTo>
                <a:lnTo>
                  <a:pt x="889411" y="1536699"/>
                </a:lnTo>
                <a:lnTo>
                  <a:pt x="942372" y="1523999"/>
                </a:lnTo>
                <a:lnTo>
                  <a:pt x="943574" y="1536699"/>
                </a:lnTo>
                <a:close/>
              </a:path>
              <a:path w="1747519" h="1739900">
                <a:moveTo>
                  <a:pt x="1133788" y="1701799"/>
                </a:moveTo>
                <a:lnTo>
                  <a:pt x="880136" y="1701799"/>
                </a:lnTo>
                <a:lnTo>
                  <a:pt x="928892" y="1689099"/>
                </a:lnTo>
                <a:lnTo>
                  <a:pt x="977471" y="1689099"/>
                </a:lnTo>
                <a:lnTo>
                  <a:pt x="1025729" y="1676399"/>
                </a:lnTo>
                <a:lnTo>
                  <a:pt x="1073534" y="1676399"/>
                </a:lnTo>
                <a:lnTo>
                  <a:pt x="1120752" y="1663699"/>
                </a:lnTo>
                <a:lnTo>
                  <a:pt x="1167252" y="1638299"/>
                </a:lnTo>
                <a:lnTo>
                  <a:pt x="1212901" y="1625599"/>
                </a:lnTo>
                <a:lnTo>
                  <a:pt x="1257567" y="1600199"/>
                </a:lnTo>
                <a:lnTo>
                  <a:pt x="1301118" y="1574799"/>
                </a:lnTo>
                <a:lnTo>
                  <a:pt x="1343421" y="1549399"/>
                </a:lnTo>
                <a:lnTo>
                  <a:pt x="1368411" y="1587499"/>
                </a:lnTo>
                <a:lnTo>
                  <a:pt x="1323810" y="1612899"/>
                </a:lnTo>
                <a:lnTo>
                  <a:pt x="1277908" y="1638299"/>
                </a:lnTo>
                <a:lnTo>
                  <a:pt x="1230845" y="1663699"/>
                </a:lnTo>
                <a:lnTo>
                  <a:pt x="1182759" y="1689099"/>
                </a:lnTo>
                <a:lnTo>
                  <a:pt x="1133788" y="1701799"/>
                </a:lnTo>
                <a:close/>
              </a:path>
              <a:path w="1747519" h="1739900">
                <a:moveTo>
                  <a:pt x="982964" y="1739899"/>
                </a:moveTo>
                <a:lnTo>
                  <a:pt x="777755" y="1739899"/>
                </a:lnTo>
                <a:lnTo>
                  <a:pt x="575885" y="1689099"/>
                </a:lnTo>
                <a:lnTo>
                  <a:pt x="526983" y="1663699"/>
                </a:lnTo>
                <a:lnTo>
                  <a:pt x="478983" y="1650999"/>
                </a:lnTo>
                <a:lnTo>
                  <a:pt x="498912" y="1612899"/>
                </a:lnTo>
                <a:lnTo>
                  <a:pt x="544483" y="1625599"/>
                </a:lnTo>
                <a:lnTo>
                  <a:pt x="590911" y="1650999"/>
                </a:lnTo>
                <a:lnTo>
                  <a:pt x="734028" y="1689099"/>
                </a:lnTo>
                <a:lnTo>
                  <a:pt x="782573" y="1689099"/>
                </a:lnTo>
                <a:lnTo>
                  <a:pt x="831320" y="1701799"/>
                </a:lnTo>
                <a:lnTo>
                  <a:pt x="1133788" y="1701799"/>
                </a:lnTo>
                <a:lnTo>
                  <a:pt x="982964" y="1739899"/>
                </a:lnTo>
                <a:close/>
              </a:path>
              <a:path w="1747519" h="1739900">
                <a:moveTo>
                  <a:pt x="901528" y="1650999"/>
                </a:moveTo>
                <a:lnTo>
                  <a:pt x="794523" y="1650999"/>
                </a:lnTo>
                <a:lnTo>
                  <a:pt x="742017" y="1638299"/>
                </a:lnTo>
                <a:lnTo>
                  <a:pt x="900901" y="1638299"/>
                </a:lnTo>
                <a:lnTo>
                  <a:pt x="901528" y="1650999"/>
                </a:lnTo>
                <a:close/>
              </a:path>
            </a:pathLst>
          </a:custGeom>
          <a:solidFill>
            <a:srgbClr val="83E3F7">
              <a:alpha val="2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5800" y="3706773"/>
            <a:ext cx="12118340" cy="445516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 marR="2556510">
              <a:lnSpc>
                <a:spcPts val="5680"/>
              </a:lnSpc>
              <a:spcBef>
                <a:spcPts val="935"/>
              </a:spcBef>
            </a:pPr>
            <a:r>
              <a:rPr sz="5350" b="1" spc="-60" dirty="0">
                <a:solidFill>
                  <a:srgbClr val="FFFFFF"/>
                </a:solidFill>
                <a:latin typeface="Trebuchet MS"/>
                <a:cs typeface="Trebuchet MS"/>
              </a:rPr>
              <a:t>Frontend:</a:t>
            </a:r>
            <a:r>
              <a:rPr sz="5350" b="1" spc="-3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-20" dirty="0">
                <a:solidFill>
                  <a:srgbClr val="FFFFFF"/>
                </a:solidFill>
                <a:latin typeface="Trebuchet MS"/>
                <a:cs typeface="Trebuchet MS"/>
              </a:rPr>
              <a:t>React,</a:t>
            </a:r>
            <a:r>
              <a:rPr sz="5350" b="1" spc="-3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140" dirty="0">
                <a:solidFill>
                  <a:srgbClr val="FFFFFF"/>
                </a:solidFill>
                <a:latin typeface="Trebuchet MS"/>
                <a:cs typeface="Trebuchet MS"/>
              </a:rPr>
              <a:t>TailwindCSS </a:t>
            </a:r>
            <a:r>
              <a:rPr sz="5350" b="1" spc="60" dirty="0">
                <a:solidFill>
                  <a:srgbClr val="FFFFFF"/>
                </a:solidFill>
                <a:latin typeface="Trebuchet MS"/>
                <a:cs typeface="Trebuchet MS"/>
              </a:rPr>
              <a:t>Backend:</a:t>
            </a:r>
            <a:r>
              <a:rPr sz="535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-100" dirty="0">
                <a:solidFill>
                  <a:srgbClr val="FFFFFF"/>
                </a:solidFill>
                <a:latin typeface="Trebuchet MS"/>
                <a:cs typeface="Trebuchet MS"/>
              </a:rPr>
              <a:t>Node.js,</a:t>
            </a:r>
            <a:r>
              <a:rPr sz="5350" b="1" spc="-2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90" dirty="0">
                <a:solidFill>
                  <a:srgbClr val="FFFFFF"/>
                </a:solidFill>
                <a:latin typeface="Trebuchet MS"/>
                <a:cs typeface="Trebuchet MS"/>
              </a:rPr>
              <a:t>Express </a:t>
            </a:r>
            <a:r>
              <a:rPr sz="5350" b="1" spc="70" dirty="0">
                <a:solidFill>
                  <a:srgbClr val="FFFFFF"/>
                </a:solidFill>
                <a:latin typeface="Trebuchet MS"/>
                <a:cs typeface="Trebuchet MS"/>
              </a:rPr>
              <a:t>Database:</a:t>
            </a:r>
            <a:r>
              <a:rPr sz="535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185" dirty="0">
                <a:solidFill>
                  <a:srgbClr val="FFFFFF"/>
                </a:solidFill>
                <a:latin typeface="Trebuchet MS"/>
                <a:cs typeface="Trebuchet MS"/>
              </a:rPr>
              <a:t>PostgreSQL</a:t>
            </a:r>
            <a:endParaRPr sz="5350" dirty="0">
              <a:latin typeface="Trebuchet MS"/>
              <a:cs typeface="Trebuchet MS"/>
            </a:endParaRPr>
          </a:p>
          <a:p>
            <a:pPr marL="12700">
              <a:lnSpc>
                <a:spcPts val="5260"/>
              </a:lnSpc>
            </a:pPr>
            <a:r>
              <a:rPr sz="5350" b="1" spc="100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53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dirty="0">
                <a:solidFill>
                  <a:srgbClr val="FFFFFF"/>
                </a:solidFill>
                <a:latin typeface="Trebuchet MS"/>
                <a:cs typeface="Trebuchet MS"/>
              </a:rPr>
              <a:t>Services:</a:t>
            </a:r>
            <a:r>
              <a:rPr sz="53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260" dirty="0">
                <a:solidFill>
                  <a:srgbClr val="FFFFFF"/>
                </a:solidFill>
                <a:latin typeface="Trebuchet MS"/>
                <a:cs typeface="Trebuchet MS"/>
              </a:rPr>
              <a:t>OpenAI/Local</a:t>
            </a:r>
            <a:r>
              <a:rPr sz="53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315" dirty="0">
                <a:solidFill>
                  <a:srgbClr val="FFFFFF"/>
                </a:solidFill>
                <a:latin typeface="Trebuchet MS"/>
                <a:cs typeface="Trebuchet MS"/>
              </a:rPr>
              <a:t>LLM</a:t>
            </a:r>
            <a:endParaRPr sz="5350" dirty="0">
              <a:latin typeface="Trebuchet MS"/>
              <a:cs typeface="Trebuchet MS"/>
            </a:endParaRPr>
          </a:p>
          <a:p>
            <a:pPr marL="12700" marR="5080">
              <a:lnSpc>
                <a:spcPts val="5680"/>
              </a:lnSpc>
              <a:spcBef>
                <a:spcPts val="434"/>
              </a:spcBef>
            </a:pPr>
            <a:r>
              <a:rPr sz="5350" b="1" spc="185" dirty="0">
                <a:solidFill>
                  <a:srgbClr val="FFFFFF"/>
                </a:solidFill>
                <a:latin typeface="Trebuchet MS"/>
                <a:cs typeface="Trebuchet MS"/>
              </a:rPr>
              <a:t>PDF</a:t>
            </a:r>
            <a:r>
              <a:rPr sz="5350" b="1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142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5350" b="1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-90" dirty="0">
                <a:solidFill>
                  <a:srgbClr val="FFFFFF"/>
                </a:solidFill>
                <a:latin typeface="Trebuchet MS"/>
                <a:cs typeface="Trebuchet MS"/>
              </a:rPr>
              <a:t>QR:</a:t>
            </a:r>
            <a:r>
              <a:rPr sz="5350" b="1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70" dirty="0">
                <a:solidFill>
                  <a:srgbClr val="FFFFFF"/>
                </a:solidFill>
                <a:latin typeface="Trebuchet MS"/>
                <a:cs typeface="Trebuchet MS"/>
              </a:rPr>
              <a:t>Puppeteer</a:t>
            </a:r>
            <a:r>
              <a:rPr sz="5350" b="1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148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5350" b="1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295" dirty="0">
                <a:solidFill>
                  <a:srgbClr val="FFFFFF"/>
                </a:solidFill>
                <a:latin typeface="Trebuchet MS"/>
                <a:cs typeface="Trebuchet MS"/>
              </a:rPr>
              <a:t>HTML-</a:t>
            </a:r>
            <a:r>
              <a:rPr sz="5350" b="1" spc="105" dirty="0">
                <a:solidFill>
                  <a:srgbClr val="FFFFFF"/>
                </a:solidFill>
                <a:latin typeface="Trebuchet MS"/>
                <a:cs typeface="Trebuchet MS"/>
              </a:rPr>
              <a:t>to-</a:t>
            </a:r>
            <a:r>
              <a:rPr sz="5350" b="1" spc="160" dirty="0">
                <a:solidFill>
                  <a:srgbClr val="FFFFFF"/>
                </a:solidFill>
                <a:latin typeface="Trebuchet MS"/>
                <a:cs typeface="Trebuchet MS"/>
              </a:rPr>
              <a:t>PDF </a:t>
            </a:r>
            <a:r>
              <a:rPr sz="5350" b="1" spc="-120" dirty="0">
                <a:solidFill>
                  <a:srgbClr val="FFFFFF"/>
                </a:solidFill>
                <a:latin typeface="Trebuchet MS"/>
                <a:cs typeface="Trebuchet MS"/>
              </a:rPr>
              <a:t>Auth:</a:t>
            </a:r>
            <a:r>
              <a:rPr sz="5350" b="1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229" dirty="0">
                <a:solidFill>
                  <a:srgbClr val="FFFFFF"/>
                </a:solidFill>
                <a:latin typeface="Trebuchet MS"/>
                <a:cs typeface="Trebuchet MS"/>
              </a:rPr>
              <a:t>JWT</a:t>
            </a:r>
            <a:r>
              <a:rPr sz="535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-910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535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175" dirty="0">
                <a:solidFill>
                  <a:srgbClr val="FFFFFF"/>
                </a:solidFill>
                <a:latin typeface="Trebuchet MS"/>
                <a:cs typeface="Trebuchet MS"/>
              </a:rPr>
              <a:t>Role-</a:t>
            </a:r>
            <a:r>
              <a:rPr sz="5350" b="1" spc="229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535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50" b="1" spc="235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endParaRPr sz="53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9238" y="793539"/>
            <a:ext cx="7093584" cy="1165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450" spc="-20" dirty="0"/>
              <a:t>CONCLUSION</a:t>
            </a:r>
            <a:endParaRPr sz="7450"/>
          </a:p>
        </p:txBody>
      </p:sp>
      <p:sp>
        <p:nvSpPr>
          <p:cNvPr id="3" name="object 3"/>
          <p:cNvSpPr/>
          <p:nvPr/>
        </p:nvSpPr>
        <p:spPr>
          <a:xfrm>
            <a:off x="16007962" y="7291983"/>
            <a:ext cx="1747520" cy="1739900"/>
          </a:xfrm>
          <a:custGeom>
            <a:avLst/>
            <a:gdLst/>
            <a:ahLst/>
            <a:cxnLst/>
            <a:rect l="l" t="t" r="r" b="b"/>
            <a:pathLst>
              <a:path w="1747519" h="1739900">
                <a:moveTo>
                  <a:pt x="1110987" y="76199"/>
                </a:moveTo>
                <a:lnTo>
                  <a:pt x="1038856" y="50799"/>
                </a:lnTo>
                <a:lnTo>
                  <a:pt x="1002343" y="50799"/>
                </a:lnTo>
                <a:lnTo>
                  <a:pt x="965616" y="38099"/>
                </a:lnTo>
                <a:lnTo>
                  <a:pt x="817198" y="38099"/>
                </a:lnTo>
                <a:lnTo>
                  <a:pt x="814243" y="0"/>
                </a:lnTo>
                <a:lnTo>
                  <a:pt x="1009254" y="0"/>
                </a:lnTo>
                <a:lnTo>
                  <a:pt x="1085912" y="25399"/>
                </a:lnTo>
                <a:lnTo>
                  <a:pt x="1123661" y="25399"/>
                </a:lnTo>
                <a:lnTo>
                  <a:pt x="1110987" y="76199"/>
                </a:lnTo>
                <a:close/>
              </a:path>
              <a:path w="1747519" h="1739900">
                <a:moveTo>
                  <a:pt x="126347" y="507999"/>
                </a:moveTo>
                <a:lnTo>
                  <a:pt x="86399" y="482599"/>
                </a:lnTo>
                <a:lnTo>
                  <a:pt x="96290" y="469899"/>
                </a:lnTo>
                <a:lnTo>
                  <a:pt x="106681" y="444499"/>
                </a:lnTo>
                <a:lnTo>
                  <a:pt x="117567" y="431799"/>
                </a:lnTo>
                <a:lnTo>
                  <a:pt x="128945" y="406399"/>
                </a:lnTo>
                <a:lnTo>
                  <a:pt x="140815" y="393699"/>
                </a:lnTo>
                <a:lnTo>
                  <a:pt x="153173" y="368299"/>
                </a:lnTo>
                <a:lnTo>
                  <a:pt x="166001" y="355599"/>
                </a:lnTo>
                <a:lnTo>
                  <a:pt x="179283" y="342899"/>
                </a:lnTo>
                <a:lnTo>
                  <a:pt x="211700" y="292099"/>
                </a:lnTo>
                <a:lnTo>
                  <a:pt x="246268" y="253999"/>
                </a:lnTo>
                <a:lnTo>
                  <a:pt x="282876" y="228599"/>
                </a:lnTo>
                <a:lnTo>
                  <a:pt x="321413" y="190499"/>
                </a:lnTo>
                <a:lnTo>
                  <a:pt x="361770" y="165099"/>
                </a:lnTo>
                <a:lnTo>
                  <a:pt x="403834" y="126999"/>
                </a:lnTo>
                <a:lnTo>
                  <a:pt x="447447" y="101599"/>
                </a:lnTo>
                <a:lnTo>
                  <a:pt x="492540" y="76199"/>
                </a:lnTo>
                <a:lnTo>
                  <a:pt x="539000" y="63499"/>
                </a:lnTo>
                <a:lnTo>
                  <a:pt x="586719" y="38099"/>
                </a:lnTo>
                <a:lnTo>
                  <a:pt x="685486" y="12699"/>
                </a:lnTo>
                <a:lnTo>
                  <a:pt x="695025" y="63499"/>
                </a:lnTo>
                <a:lnTo>
                  <a:pt x="647650" y="63499"/>
                </a:lnTo>
                <a:lnTo>
                  <a:pt x="601254" y="88899"/>
                </a:lnTo>
                <a:lnTo>
                  <a:pt x="555946" y="101599"/>
                </a:lnTo>
                <a:lnTo>
                  <a:pt x="511832" y="126999"/>
                </a:lnTo>
                <a:lnTo>
                  <a:pt x="469019" y="139699"/>
                </a:lnTo>
                <a:lnTo>
                  <a:pt x="427615" y="165099"/>
                </a:lnTo>
                <a:lnTo>
                  <a:pt x="387737" y="190499"/>
                </a:lnTo>
                <a:lnTo>
                  <a:pt x="349460" y="228599"/>
                </a:lnTo>
                <a:lnTo>
                  <a:pt x="312893" y="253999"/>
                </a:lnTo>
                <a:lnTo>
                  <a:pt x="278143" y="292099"/>
                </a:lnTo>
                <a:lnTo>
                  <a:pt x="245319" y="330199"/>
                </a:lnTo>
                <a:lnTo>
                  <a:pt x="214528" y="368299"/>
                </a:lnTo>
                <a:lnTo>
                  <a:pt x="201917" y="380999"/>
                </a:lnTo>
                <a:lnTo>
                  <a:pt x="189751" y="393699"/>
                </a:lnTo>
                <a:lnTo>
                  <a:pt x="178039" y="419099"/>
                </a:lnTo>
                <a:lnTo>
                  <a:pt x="166788" y="431799"/>
                </a:lnTo>
                <a:lnTo>
                  <a:pt x="155991" y="457199"/>
                </a:lnTo>
                <a:lnTo>
                  <a:pt x="145644" y="469899"/>
                </a:lnTo>
                <a:lnTo>
                  <a:pt x="135758" y="482599"/>
                </a:lnTo>
                <a:lnTo>
                  <a:pt x="126347" y="507999"/>
                </a:lnTo>
                <a:close/>
              </a:path>
              <a:path w="1747519" h="1739900">
                <a:moveTo>
                  <a:pt x="589669" y="152399"/>
                </a:moveTo>
                <a:lnTo>
                  <a:pt x="546212" y="152399"/>
                </a:lnTo>
                <a:lnTo>
                  <a:pt x="564556" y="139699"/>
                </a:lnTo>
                <a:lnTo>
                  <a:pt x="583118" y="139699"/>
                </a:lnTo>
                <a:lnTo>
                  <a:pt x="601873" y="126999"/>
                </a:lnTo>
                <a:lnTo>
                  <a:pt x="817646" y="76199"/>
                </a:lnTo>
                <a:lnTo>
                  <a:pt x="927618" y="76199"/>
                </a:lnTo>
                <a:lnTo>
                  <a:pt x="1036767" y="101599"/>
                </a:lnTo>
                <a:lnTo>
                  <a:pt x="765391" y="101599"/>
                </a:lnTo>
                <a:lnTo>
                  <a:pt x="607964" y="139699"/>
                </a:lnTo>
                <a:lnTo>
                  <a:pt x="589669" y="152399"/>
                </a:lnTo>
                <a:close/>
              </a:path>
              <a:path w="1747519" h="1739900">
                <a:moveTo>
                  <a:pt x="1578497" y="1384299"/>
                </a:moveTo>
                <a:lnTo>
                  <a:pt x="1542803" y="1358899"/>
                </a:lnTo>
                <a:lnTo>
                  <a:pt x="1572074" y="1320799"/>
                </a:lnTo>
                <a:lnTo>
                  <a:pt x="1598344" y="1269999"/>
                </a:lnTo>
                <a:lnTo>
                  <a:pt x="1621631" y="1231899"/>
                </a:lnTo>
                <a:lnTo>
                  <a:pt x="1641955" y="1181099"/>
                </a:lnTo>
                <a:lnTo>
                  <a:pt x="1659333" y="1130299"/>
                </a:lnTo>
                <a:lnTo>
                  <a:pt x="1673784" y="1092199"/>
                </a:lnTo>
                <a:lnTo>
                  <a:pt x="1685326" y="1041399"/>
                </a:lnTo>
                <a:lnTo>
                  <a:pt x="1693978" y="990599"/>
                </a:lnTo>
                <a:lnTo>
                  <a:pt x="1699759" y="939799"/>
                </a:lnTo>
                <a:lnTo>
                  <a:pt x="1702686" y="888999"/>
                </a:lnTo>
                <a:lnTo>
                  <a:pt x="1702779" y="850899"/>
                </a:lnTo>
                <a:lnTo>
                  <a:pt x="1700056" y="800099"/>
                </a:lnTo>
                <a:lnTo>
                  <a:pt x="1694534" y="749299"/>
                </a:lnTo>
                <a:lnTo>
                  <a:pt x="1686245" y="698499"/>
                </a:lnTo>
                <a:lnTo>
                  <a:pt x="1675199" y="647699"/>
                </a:lnTo>
                <a:lnTo>
                  <a:pt x="1661415" y="609599"/>
                </a:lnTo>
                <a:lnTo>
                  <a:pt x="1644911" y="558799"/>
                </a:lnTo>
                <a:lnTo>
                  <a:pt x="1625706" y="520699"/>
                </a:lnTo>
                <a:lnTo>
                  <a:pt x="1603819" y="469899"/>
                </a:lnTo>
                <a:lnTo>
                  <a:pt x="1579269" y="431799"/>
                </a:lnTo>
                <a:lnTo>
                  <a:pt x="1552075" y="393699"/>
                </a:lnTo>
                <a:lnTo>
                  <a:pt x="1522255" y="355599"/>
                </a:lnTo>
                <a:lnTo>
                  <a:pt x="1489829" y="317499"/>
                </a:lnTo>
                <a:lnTo>
                  <a:pt x="1454815" y="279399"/>
                </a:lnTo>
                <a:lnTo>
                  <a:pt x="1417232" y="241299"/>
                </a:lnTo>
                <a:lnTo>
                  <a:pt x="1377099" y="203199"/>
                </a:lnTo>
                <a:lnTo>
                  <a:pt x="1340308" y="177799"/>
                </a:lnTo>
                <a:lnTo>
                  <a:pt x="1282216" y="139699"/>
                </a:lnTo>
                <a:lnTo>
                  <a:pt x="1262254" y="139699"/>
                </a:lnTo>
                <a:lnTo>
                  <a:pt x="1221561" y="114299"/>
                </a:lnTo>
                <a:lnTo>
                  <a:pt x="1240147" y="76199"/>
                </a:lnTo>
                <a:lnTo>
                  <a:pt x="1283191" y="101599"/>
                </a:lnTo>
                <a:lnTo>
                  <a:pt x="1304177" y="101599"/>
                </a:lnTo>
                <a:lnTo>
                  <a:pt x="1324790" y="114299"/>
                </a:lnTo>
                <a:lnTo>
                  <a:pt x="1364985" y="139699"/>
                </a:lnTo>
                <a:lnTo>
                  <a:pt x="1384633" y="152399"/>
                </a:lnTo>
                <a:lnTo>
                  <a:pt x="1403970" y="177799"/>
                </a:lnTo>
                <a:lnTo>
                  <a:pt x="1443325" y="203199"/>
                </a:lnTo>
                <a:lnTo>
                  <a:pt x="1480364" y="241299"/>
                </a:lnTo>
                <a:lnTo>
                  <a:pt x="1515071" y="279399"/>
                </a:lnTo>
                <a:lnTo>
                  <a:pt x="1547430" y="304799"/>
                </a:lnTo>
                <a:lnTo>
                  <a:pt x="1577425" y="342899"/>
                </a:lnTo>
                <a:lnTo>
                  <a:pt x="1605041" y="393699"/>
                </a:lnTo>
                <a:lnTo>
                  <a:pt x="1630262" y="431799"/>
                </a:lnTo>
                <a:lnTo>
                  <a:pt x="1653072" y="469899"/>
                </a:lnTo>
                <a:lnTo>
                  <a:pt x="1673456" y="520699"/>
                </a:lnTo>
                <a:lnTo>
                  <a:pt x="1691397" y="558799"/>
                </a:lnTo>
                <a:lnTo>
                  <a:pt x="1706880" y="609599"/>
                </a:lnTo>
                <a:lnTo>
                  <a:pt x="1719890" y="647699"/>
                </a:lnTo>
                <a:lnTo>
                  <a:pt x="1730409" y="698499"/>
                </a:lnTo>
                <a:lnTo>
                  <a:pt x="1738423" y="736599"/>
                </a:lnTo>
                <a:lnTo>
                  <a:pt x="1743907" y="787399"/>
                </a:lnTo>
                <a:lnTo>
                  <a:pt x="1746853" y="838199"/>
                </a:lnTo>
                <a:lnTo>
                  <a:pt x="1747049" y="863599"/>
                </a:lnTo>
                <a:lnTo>
                  <a:pt x="1747147" y="876299"/>
                </a:lnTo>
                <a:lnTo>
                  <a:pt x="1745069" y="927099"/>
                </a:lnTo>
                <a:lnTo>
                  <a:pt x="1740308" y="977899"/>
                </a:lnTo>
                <a:lnTo>
                  <a:pt x="1732946" y="1028699"/>
                </a:lnTo>
                <a:lnTo>
                  <a:pt x="1722967" y="1066799"/>
                </a:lnTo>
                <a:lnTo>
                  <a:pt x="1710355" y="1117599"/>
                </a:lnTo>
                <a:lnTo>
                  <a:pt x="1695094" y="1168399"/>
                </a:lnTo>
                <a:lnTo>
                  <a:pt x="1677168" y="1206499"/>
                </a:lnTo>
                <a:lnTo>
                  <a:pt x="1656561" y="1257299"/>
                </a:lnTo>
                <a:lnTo>
                  <a:pt x="1633258" y="1295399"/>
                </a:lnTo>
                <a:lnTo>
                  <a:pt x="1607241" y="1346199"/>
                </a:lnTo>
                <a:lnTo>
                  <a:pt x="1578497" y="1384299"/>
                </a:lnTo>
                <a:close/>
              </a:path>
              <a:path w="1747519" h="1739900">
                <a:moveTo>
                  <a:pt x="1137410" y="139699"/>
                </a:moveTo>
                <a:lnTo>
                  <a:pt x="979899" y="101599"/>
                </a:lnTo>
                <a:lnTo>
                  <a:pt x="1036767" y="101599"/>
                </a:lnTo>
                <a:lnTo>
                  <a:pt x="1143456" y="126999"/>
                </a:lnTo>
                <a:lnTo>
                  <a:pt x="1137410" y="139699"/>
                </a:lnTo>
                <a:close/>
              </a:path>
              <a:path w="1747519" h="1739900">
                <a:moveTo>
                  <a:pt x="317354" y="495299"/>
                </a:moveTo>
                <a:lnTo>
                  <a:pt x="258283" y="457199"/>
                </a:lnTo>
                <a:lnTo>
                  <a:pt x="268863" y="444499"/>
                </a:lnTo>
                <a:lnTo>
                  <a:pt x="279774" y="431799"/>
                </a:lnTo>
                <a:lnTo>
                  <a:pt x="291013" y="419099"/>
                </a:lnTo>
                <a:lnTo>
                  <a:pt x="302575" y="406399"/>
                </a:lnTo>
                <a:lnTo>
                  <a:pt x="314834" y="380999"/>
                </a:lnTo>
                <a:lnTo>
                  <a:pt x="327286" y="368299"/>
                </a:lnTo>
                <a:lnTo>
                  <a:pt x="339922" y="355599"/>
                </a:lnTo>
                <a:lnTo>
                  <a:pt x="352735" y="342899"/>
                </a:lnTo>
                <a:lnTo>
                  <a:pt x="390776" y="304799"/>
                </a:lnTo>
                <a:lnTo>
                  <a:pt x="431051" y="279399"/>
                </a:lnTo>
                <a:lnTo>
                  <a:pt x="473386" y="253999"/>
                </a:lnTo>
                <a:lnTo>
                  <a:pt x="517606" y="228599"/>
                </a:lnTo>
                <a:lnTo>
                  <a:pt x="563537" y="203199"/>
                </a:lnTo>
                <a:lnTo>
                  <a:pt x="610908" y="177799"/>
                </a:lnTo>
                <a:lnTo>
                  <a:pt x="659607" y="165099"/>
                </a:lnTo>
                <a:lnTo>
                  <a:pt x="811914" y="126999"/>
                </a:lnTo>
                <a:lnTo>
                  <a:pt x="817736" y="203199"/>
                </a:lnTo>
                <a:lnTo>
                  <a:pt x="771007" y="203199"/>
                </a:lnTo>
                <a:lnTo>
                  <a:pt x="635958" y="241299"/>
                </a:lnTo>
                <a:lnTo>
                  <a:pt x="593185" y="266699"/>
                </a:lnTo>
                <a:lnTo>
                  <a:pt x="551846" y="279399"/>
                </a:lnTo>
                <a:lnTo>
                  <a:pt x="511988" y="304799"/>
                </a:lnTo>
                <a:lnTo>
                  <a:pt x="473771" y="330199"/>
                </a:lnTo>
                <a:lnTo>
                  <a:pt x="437353" y="368299"/>
                </a:lnTo>
                <a:lnTo>
                  <a:pt x="402894" y="393699"/>
                </a:lnTo>
                <a:lnTo>
                  <a:pt x="368066" y="431799"/>
                </a:lnTo>
                <a:lnTo>
                  <a:pt x="336573" y="469899"/>
                </a:lnTo>
                <a:lnTo>
                  <a:pt x="326747" y="482599"/>
                </a:lnTo>
                <a:lnTo>
                  <a:pt x="317354" y="495299"/>
                </a:lnTo>
                <a:close/>
              </a:path>
              <a:path w="1747519" h="1739900">
                <a:moveTo>
                  <a:pt x="467205" y="215899"/>
                </a:moveTo>
                <a:lnTo>
                  <a:pt x="457934" y="203199"/>
                </a:lnTo>
                <a:lnTo>
                  <a:pt x="492654" y="177799"/>
                </a:lnTo>
                <a:lnTo>
                  <a:pt x="528112" y="152399"/>
                </a:lnTo>
                <a:lnTo>
                  <a:pt x="571542" y="152399"/>
                </a:lnTo>
                <a:lnTo>
                  <a:pt x="535860" y="177799"/>
                </a:lnTo>
                <a:lnTo>
                  <a:pt x="518262" y="177799"/>
                </a:lnTo>
                <a:lnTo>
                  <a:pt x="500944" y="190499"/>
                </a:lnTo>
                <a:lnTo>
                  <a:pt x="483921" y="203199"/>
                </a:lnTo>
                <a:lnTo>
                  <a:pt x="467205" y="215899"/>
                </a:lnTo>
                <a:close/>
              </a:path>
              <a:path w="1747519" h="1739900">
                <a:moveTo>
                  <a:pt x="1455920" y="368299"/>
                </a:moveTo>
                <a:lnTo>
                  <a:pt x="1408420" y="317499"/>
                </a:lnTo>
                <a:lnTo>
                  <a:pt x="1356722" y="266699"/>
                </a:lnTo>
                <a:lnTo>
                  <a:pt x="1301121" y="228599"/>
                </a:lnTo>
                <a:lnTo>
                  <a:pt x="1271990" y="203199"/>
                </a:lnTo>
                <a:lnTo>
                  <a:pt x="1242028" y="190499"/>
                </a:lnTo>
                <a:lnTo>
                  <a:pt x="1250492" y="177799"/>
                </a:lnTo>
                <a:lnTo>
                  <a:pt x="1281182" y="190499"/>
                </a:lnTo>
                <a:lnTo>
                  <a:pt x="1311008" y="215899"/>
                </a:lnTo>
                <a:lnTo>
                  <a:pt x="1339909" y="228599"/>
                </a:lnTo>
                <a:lnTo>
                  <a:pt x="1394776" y="279399"/>
                </a:lnTo>
                <a:lnTo>
                  <a:pt x="1445563" y="330199"/>
                </a:lnTo>
                <a:lnTo>
                  <a:pt x="1469311" y="355599"/>
                </a:lnTo>
                <a:lnTo>
                  <a:pt x="1455920" y="368299"/>
                </a:lnTo>
                <a:close/>
              </a:path>
              <a:path w="1747519" h="1739900">
                <a:moveTo>
                  <a:pt x="133602" y="1142999"/>
                </a:moveTo>
                <a:lnTo>
                  <a:pt x="118044" y="1092199"/>
                </a:lnTo>
                <a:lnTo>
                  <a:pt x="105536" y="1041399"/>
                </a:lnTo>
                <a:lnTo>
                  <a:pt x="96051" y="1003299"/>
                </a:lnTo>
                <a:lnTo>
                  <a:pt x="89560" y="952499"/>
                </a:lnTo>
                <a:lnTo>
                  <a:pt x="86036" y="901699"/>
                </a:lnTo>
                <a:lnTo>
                  <a:pt x="85450" y="850899"/>
                </a:lnTo>
                <a:lnTo>
                  <a:pt x="87775" y="800099"/>
                </a:lnTo>
                <a:lnTo>
                  <a:pt x="92982" y="761999"/>
                </a:lnTo>
                <a:lnTo>
                  <a:pt x="101044" y="711199"/>
                </a:lnTo>
                <a:lnTo>
                  <a:pt x="111950" y="660399"/>
                </a:lnTo>
                <a:lnTo>
                  <a:pt x="125662" y="622299"/>
                </a:lnTo>
                <a:lnTo>
                  <a:pt x="142151" y="571499"/>
                </a:lnTo>
                <a:lnTo>
                  <a:pt x="161391" y="533399"/>
                </a:lnTo>
                <a:lnTo>
                  <a:pt x="183353" y="482599"/>
                </a:lnTo>
                <a:lnTo>
                  <a:pt x="208010" y="444499"/>
                </a:lnTo>
                <a:lnTo>
                  <a:pt x="235334" y="406399"/>
                </a:lnTo>
                <a:lnTo>
                  <a:pt x="265297" y="368299"/>
                </a:lnTo>
                <a:lnTo>
                  <a:pt x="297873" y="330199"/>
                </a:lnTo>
                <a:lnTo>
                  <a:pt x="310771" y="342899"/>
                </a:lnTo>
                <a:lnTo>
                  <a:pt x="275125" y="380999"/>
                </a:lnTo>
                <a:lnTo>
                  <a:pt x="242714" y="419099"/>
                </a:lnTo>
                <a:lnTo>
                  <a:pt x="213577" y="469899"/>
                </a:lnTo>
                <a:lnTo>
                  <a:pt x="187753" y="520699"/>
                </a:lnTo>
                <a:lnTo>
                  <a:pt x="165281" y="558799"/>
                </a:lnTo>
                <a:lnTo>
                  <a:pt x="146201" y="609599"/>
                </a:lnTo>
                <a:lnTo>
                  <a:pt x="130553" y="660399"/>
                </a:lnTo>
                <a:lnTo>
                  <a:pt x="118375" y="711199"/>
                </a:lnTo>
                <a:lnTo>
                  <a:pt x="109703" y="761999"/>
                </a:lnTo>
                <a:lnTo>
                  <a:pt x="104570" y="812799"/>
                </a:lnTo>
                <a:lnTo>
                  <a:pt x="103015" y="876299"/>
                </a:lnTo>
                <a:lnTo>
                  <a:pt x="105074" y="927099"/>
                </a:lnTo>
                <a:lnTo>
                  <a:pt x="110786" y="977899"/>
                </a:lnTo>
                <a:lnTo>
                  <a:pt x="120189" y="1028699"/>
                </a:lnTo>
                <a:lnTo>
                  <a:pt x="133320" y="1079499"/>
                </a:lnTo>
                <a:lnTo>
                  <a:pt x="150217" y="1130299"/>
                </a:lnTo>
                <a:lnTo>
                  <a:pt x="133602" y="1142999"/>
                </a:lnTo>
                <a:close/>
              </a:path>
              <a:path w="1747519" h="1739900">
                <a:moveTo>
                  <a:pt x="1160206" y="1600199"/>
                </a:moveTo>
                <a:lnTo>
                  <a:pt x="1153757" y="1587499"/>
                </a:lnTo>
                <a:lnTo>
                  <a:pt x="1201576" y="1562099"/>
                </a:lnTo>
                <a:lnTo>
                  <a:pt x="1247316" y="1536699"/>
                </a:lnTo>
                <a:lnTo>
                  <a:pt x="1290911" y="1511299"/>
                </a:lnTo>
                <a:lnTo>
                  <a:pt x="1332297" y="1485899"/>
                </a:lnTo>
                <a:lnTo>
                  <a:pt x="1371410" y="1460499"/>
                </a:lnTo>
                <a:lnTo>
                  <a:pt x="1408185" y="1422399"/>
                </a:lnTo>
                <a:lnTo>
                  <a:pt x="1442558" y="1384299"/>
                </a:lnTo>
                <a:lnTo>
                  <a:pt x="1474463" y="1346199"/>
                </a:lnTo>
                <a:lnTo>
                  <a:pt x="1503837" y="1308099"/>
                </a:lnTo>
                <a:lnTo>
                  <a:pt x="1530614" y="1269999"/>
                </a:lnTo>
                <a:lnTo>
                  <a:pt x="1554731" y="1231899"/>
                </a:lnTo>
                <a:lnTo>
                  <a:pt x="1576123" y="1181099"/>
                </a:lnTo>
                <a:lnTo>
                  <a:pt x="1594725" y="1142999"/>
                </a:lnTo>
                <a:lnTo>
                  <a:pt x="1610474" y="1092199"/>
                </a:lnTo>
                <a:lnTo>
                  <a:pt x="1623304" y="1041399"/>
                </a:lnTo>
                <a:lnTo>
                  <a:pt x="1633154" y="1003299"/>
                </a:lnTo>
                <a:lnTo>
                  <a:pt x="1639958" y="952499"/>
                </a:lnTo>
                <a:lnTo>
                  <a:pt x="1643653" y="901699"/>
                </a:lnTo>
                <a:lnTo>
                  <a:pt x="1644175" y="850899"/>
                </a:lnTo>
                <a:lnTo>
                  <a:pt x="1641459" y="800099"/>
                </a:lnTo>
                <a:lnTo>
                  <a:pt x="1635443" y="749299"/>
                </a:lnTo>
                <a:lnTo>
                  <a:pt x="1626061" y="698499"/>
                </a:lnTo>
                <a:lnTo>
                  <a:pt x="1613251" y="647699"/>
                </a:lnTo>
                <a:lnTo>
                  <a:pt x="1596948" y="596899"/>
                </a:lnTo>
                <a:lnTo>
                  <a:pt x="1589384" y="584199"/>
                </a:lnTo>
                <a:lnTo>
                  <a:pt x="1581279" y="558799"/>
                </a:lnTo>
                <a:lnTo>
                  <a:pt x="1572644" y="546099"/>
                </a:lnTo>
                <a:lnTo>
                  <a:pt x="1563494" y="520699"/>
                </a:lnTo>
                <a:lnTo>
                  <a:pt x="1553824" y="507999"/>
                </a:lnTo>
                <a:lnTo>
                  <a:pt x="1543637" y="482599"/>
                </a:lnTo>
                <a:lnTo>
                  <a:pt x="1532955" y="469899"/>
                </a:lnTo>
                <a:lnTo>
                  <a:pt x="1521799" y="444499"/>
                </a:lnTo>
                <a:lnTo>
                  <a:pt x="1536667" y="444499"/>
                </a:lnTo>
                <a:lnTo>
                  <a:pt x="1548129" y="457199"/>
                </a:lnTo>
                <a:lnTo>
                  <a:pt x="1559065" y="482599"/>
                </a:lnTo>
                <a:lnTo>
                  <a:pt x="1569473" y="495299"/>
                </a:lnTo>
                <a:lnTo>
                  <a:pt x="1579347" y="520699"/>
                </a:lnTo>
                <a:lnTo>
                  <a:pt x="1588718" y="533399"/>
                </a:lnTo>
                <a:lnTo>
                  <a:pt x="1597547" y="558799"/>
                </a:lnTo>
                <a:lnTo>
                  <a:pt x="1605830" y="571499"/>
                </a:lnTo>
                <a:lnTo>
                  <a:pt x="1613563" y="596899"/>
                </a:lnTo>
                <a:lnTo>
                  <a:pt x="1630240" y="647699"/>
                </a:lnTo>
                <a:lnTo>
                  <a:pt x="1643343" y="698499"/>
                </a:lnTo>
                <a:lnTo>
                  <a:pt x="1652938" y="749299"/>
                </a:lnTo>
                <a:lnTo>
                  <a:pt x="1659091" y="800099"/>
                </a:lnTo>
                <a:lnTo>
                  <a:pt x="1661867" y="850899"/>
                </a:lnTo>
                <a:lnTo>
                  <a:pt x="1661332" y="901699"/>
                </a:lnTo>
                <a:lnTo>
                  <a:pt x="1657550" y="952499"/>
                </a:lnTo>
                <a:lnTo>
                  <a:pt x="1650589" y="1003299"/>
                </a:lnTo>
                <a:lnTo>
                  <a:pt x="1640512" y="1054099"/>
                </a:lnTo>
                <a:lnTo>
                  <a:pt x="1627385" y="1092199"/>
                </a:lnTo>
                <a:lnTo>
                  <a:pt x="1611275" y="1142999"/>
                </a:lnTo>
                <a:lnTo>
                  <a:pt x="1592245" y="1193799"/>
                </a:lnTo>
                <a:lnTo>
                  <a:pt x="1570363" y="1231899"/>
                </a:lnTo>
                <a:lnTo>
                  <a:pt x="1545694" y="1282699"/>
                </a:lnTo>
                <a:lnTo>
                  <a:pt x="1518303" y="1320799"/>
                </a:lnTo>
                <a:lnTo>
                  <a:pt x="1488257" y="1358899"/>
                </a:lnTo>
                <a:lnTo>
                  <a:pt x="1455621" y="1396999"/>
                </a:lnTo>
                <a:lnTo>
                  <a:pt x="1420462" y="1435099"/>
                </a:lnTo>
                <a:lnTo>
                  <a:pt x="1382845" y="1473199"/>
                </a:lnTo>
                <a:lnTo>
                  <a:pt x="1342837" y="1498599"/>
                </a:lnTo>
                <a:lnTo>
                  <a:pt x="1300503" y="1523999"/>
                </a:lnTo>
                <a:lnTo>
                  <a:pt x="1255909" y="1562099"/>
                </a:lnTo>
                <a:lnTo>
                  <a:pt x="1209121" y="1574799"/>
                </a:lnTo>
                <a:lnTo>
                  <a:pt x="1160206" y="1600199"/>
                </a:lnTo>
                <a:close/>
              </a:path>
              <a:path w="1747519" h="1739900">
                <a:moveTo>
                  <a:pt x="269479" y="990599"/>
                </a:moveTo>
                <a:lnTo>
                  <a:pt x="266509" y="977899"/>
                </a:lnTo>
                <a:lnTo>
                  <a:pt x="263921" y="965199"/>
                </a:lnTo>
                <a:lnTo>
                  <a:pt x="261727" y="939799"/>
                </a:lnTo>
                <a:lnTo>
                  <a:pt x="259940" y="927099"/>
                </a:lnTo>
                <a:lnTo>
                  <a:pt x="258504" y="914399"/>
                </a:lnTo>
                <a:lnTo>
                  <a:pt x="257483" y="901699"/>
                </a:lnTo>
                <a:lnTo>
                  <a:pt x="256873" y="876299"/>
                </a:lnTo>
                <a:lnTo>
                  <a:pt x="256671" y="863599"/>
                </a:lnTo>
                <a:lnTo>
                  <a:pt x="259072" y="812799"/>
                </a:lnTo>
                <a:lnTo>
                  <a:pt x="266205" y="761999"/>
                </a:lnTo>
                <a:lnTo>
                  <a:pt x="277964" y="711199"/>
                </a:lnTo>
                <a:lnTo>
                  <a:pt x="294245" y="660399"/>
                </a:lnTo>
                <a:lnTo>
                  <a:pt x="314935" y="609599"/>
                </a:lnTo>
                <a:lnTo>
                  <a:pt x="339920" y="558799"/>
                </a:lnTo>
                <a:lnTo>
                  <a:pt x="369096" y="507999"/>
                </a:lnTo>
                <a:lnTo>
                  <a:pt x="402356" y="469899"/>
                </a:lnTo>
                <a:lnTo>
                  <a:pt x="436169" y="495299"/>
                </a:lnTo>
                <a:lnTo>
                  <a:pt x="405291" y="533399"/>
                </a:lnTo>
                <a:lnTo>
                  <a:pt x="378217" y="584199"/>
                </a:lnTo>
                <a:lnTo>
                  <a:pt x="355040" y="622299"/>
                </a:lnTo>
                <a:lnTo>
                  <a:pt x="335851" y="673099"/>
                </a:lnTo>
                <a:lnTo>
                  <a:pt x="320778" y="723899"/>
                </a:lnTo>
                <a:lnTo>
                  <a:pt x="309887" y="761999"/>
                </a:lnTo>
                <a:lnTo>
                  <a:pt x="303278" y="812799"/>
                </a:lnTo>
                <a:lnTo>
                  <a:pt x="301053" y="863599"/>
                </a:lnTo>
                <a:lnTo>
                  <a:pt x="301237" y="876299"/>
                </a:lnTo>
                <a:lnTo>
                  <a:pt x="302697" y="914399"/>
                </a:lnTo>
                <a:lnTo>
                  <a:pt x="307659" y="952499"/>
                </a:lnTo>
                <a:lnTo>
                  <a:pt x="312831" y="977899"/>
                </a:lnTo>
                <a:lnTo>
                  <a:pt x="269479" y="990599"/>
                </a:lnTo>
                <a:close/>
              </a:path>
              <a:path w="1747519" h="1739900">
                <a:moveTo>
                  <a:pt x="352690" y="1384299"/>
                </a:moveTo>
                <a:lnTo>
                  <a:pt x="317311" y="1346199"/>
                </a:lnTo>
                <a:lnTo>
                  <a:pt x="284965" y="1308099"/>
                </a:lnTo>
                <a:lnTo>
                  <a:pt x="255692" y="1269999"/>
                </a:lnTo>
                <a:lnTo>
                  <a:pt x="229537" y="1219199"/>
                </a:lnTo>
                <a:lnTo>
                  <a:pt x="206541" y="1181099"/>
                </a:lnTo>
                <a:lnTo>
                  <a:pt x="186747" y="1130299"/>
                </a:lnTo>
                <a:lnTo>
                  <a:pt x="170198" y="1092199"/>
                </a:lnTo>
                <a:lnTo>
                  <a:pt x="156935" y="1041399"/>
                </a:lnTo>
                <a:lnTo>
                  <a:pt x="146985" y="990599"/>
                </a:lnTo>
                <a:lnTo>
                  <a:pt x="140405" y="939799"/>
                </a:lnTo>
                <a:lnTo>
                  <a:pt x="137237" y="888999"/>
                </a:lnTo>
                <a:lnTo>
                  <a:pt x="137308" y="876299"/>
                </a:lnTo>
                <a:lnTo>
                  <a:pt x="137379" y="863599"/>
                </a:lnTo>
                <a:lnTo>
                  <a:pt x="141298" y="787399"/>
                </a:lnTo>
                <a:lnTo>
                  <a:pt x="148609" y="736599"/>
                </a:lnTo>
                <a:lnTo>
                  <a:pt x="159496" y="685799"/>
                </a:lnTo>
                <a:lnTo>
                  <a:pt x="173998" y="634999"/>
                </a:lnTo>
                <a:lnTo>
                  <a:pt x="241399" y="660399"/>
                </a:lnTo>
                <a:lnTo>
                  <a:pt x="226682" y="711199"/>
                </a:lnTo>
                <a:lnTo>
                  <a:pt x="216233" y="761999"/>
                </a:lnTo>
                <a:lnTo>
                  <a:pt x="209996" y="812799"/>
                </a:lnTo>
                <a:lnTo>
                  <a:pt x="207911" y="863599"/>
                </a:lnTo>
                <a:lnTo>
                  <a:pt x="209921" y="914399"/>
                </a:lnTo>
                <a:lnTo>
                  <a:pt x="215968" y="965199"/>
                </a:lnTo>
                <a:lnTo>
                  <a:pt x="225993" y="1015999"/>
                </a:lnTo>
                <a:lnTo>
                  <a:pt x="239943" y="1066799"/>
                </a:lnTo>
                <a:lnTo>
                  <a:pt x="257762" y="1117599"/>
                </a:lnTo>
                <a:lnTo>
                  <a:pt x="279393" y="1168399"/>
                </a:lnTo>
                <a:lnTo>
                  <a:pt x="304779" y="1219199"/>
                </a:lnTo>
                <a:lnTo>
                  <a:pt x="333862" y="1257299"/>
                </a:lnTo>
                <a:lnTo>
                  <a:pt x="366586" y="1295399"/>
                </a:lnTo>
                <a:lnTo>
                  <a:pt x="402894" y="1333499"/>
                </a:lnTo>
                <a:lnTo>
                  <a:pt x="352690" y="1384299"/>
                </a:lnTo>
                <a:close/>
              </a:path>
              <a:path w="1747519" h="1739900">
                <a:moveTo>
                  <a:pt x="343240" y="1562099"/>
                </a:moveTo>
                <a:lnTo>
                  <a:pt x="304946" y="1536699"/>
                </a:lnTo>
                <a:lnTo>
                  <a:pt x="268716" y="1498599"/>
                </a:lnTo>
                <a:lnTo>
                  <a:pt x="234589" y="1460499"/>
                </a:lnTo>
                <a:lnTo>
                  <a:pt x="202606" y="1422399"/>
                </a:lnTo>
                <a:lnTo>
                  <a:pt x="172806" y="1384299"/>
                </a:lnTo>
                <a:lnTo>
                  <a:pt x="145229" y="1346199"/>
                </a:lnTo>
                <a:lnTo>
                  <a:pt x="119917" y="1308099"/>
                </a:lnTo>
                <a:lnTo>
                  <a:pt x="96908" y="1269999"/>
                </a:lnTo>
                <a:lnTo>
                  <a:pt x="76242" y="1219199"/>
                </a:lnTo>
                <a:lnTo>
                  <a:pt x="57960" y="1181099"/>
                </a:lnTo>
                <a:lnTo>
                  <a:pt x="42101" y="1130299"/>
                </a:lnTo>
                <a:lnTo>
                  <a:pt x="28702" y="1092199"/>
                </a:lnTo>
                <a:lnTo>
                  <a:pt x="17804" y="1041399"/>
                </a:lnTo>
                <a:lnTo>
                  <a:pt x="9444" y="990599"/>
                </a:lnTo>
                <a:lnTo>
                  <a:pt x="3664" y="952499"/>
                </a:lnTo>
                <a:lnTo>
                  <a:pt x="503" y="901699"/>
                </a:lnTo>
                <a:lnTo>
                  <a:pt x="251" y="876299"/>
                </a:lnTo>
                <a:lnTo>
                  <a:pt x="125" y="863599"/>
                </a:lnTo>
                <a:lnTo>
                  <a:pt x="0" y="850899"/>
                </a:lnTo>
                <a:lnTo>
                  <a:pt x="2194" y="800099"/>
                </a:lnTo>
                <a:lnTo>
                  <a:pt x="7125" y="749299"/>
                </a:lnTo>
                <a:lnTo>
                  <a:pt x="14833" y="711199"/>
                </a:lnTo>
                <a:lnTo>
                  <a:pt x="58364" y="711199"/>
                </a:lnTo>
                <a:lnTo>
                  <a:pt x="50390" y="761999"/>
                </a:lnTo>
                <a:lnTo>
                  <a:pt x="45664" y="812799"/>
                </a:lnTo>
                <a:lnTo>
                  <a:pt x="44134" y="863599"/>
                </a:lnTo>
                <a:lnTo>
                  <a:pt x="45750" y="914399"/>
                </a:lnTo>
                <a:lnTo>
                  <a:pt x="50461" y="965199"/>
                </a:lnTo>
                <a:lnTo>
                  <a:pt x="58218" y="1015999"/>
                </a:lnTo>
                <a:lnTo>
                  <a:pt x="68969" y="1066799"/>
                </a:lnTo>
                <a:lnTo>
                  <a:pt x="82664" y="1117599"/>
                </a:lnTo>
                <a:lnTo>
                  <a:pt x="99252" y="1168399"/>
                </a:lnTo>
                <a:lnTo>
                  <a:pt x="118669" y="1206499"/>
                </a:lnTo>
                <a:lnTo>
                  <a:pt x="140876" y="1257299"/>
                </a:lnTo>
                <a:lnTo>
                  <a:pt x="165822" y="1295399"/>
                </a:lnTo>
                <a:lnTo>
                  <a:pt x="193456" y="1346199"/>
                </a:lnTo>
                <a:lnTo>
                  <a:pt x="223725" y="1384299"/>
                </a:lnTo>
                <a:lnTo>
                  <a:pt x="256576" y="1422399"/>
                </a:lnTo>
                <a:lnTo>
                  <a:pt x="291959" y="1460499"/>
                </a:lnTo>
                <a:lnTo>
                  <a:pt x="329822" y="1498599"/>
                </a:lnTo>
                <a:lnTo>
                  <a:pt x="370111" y="1523999"/>
                </a:lnTo>
                <a:lnTo>
                  <a:pt x="343240" y="1562099"/>
                </a:lnTo>
                <a:close/>
              </a:path>
              <a:path w="1747519" h="1739900">
                <a:moveTo>
                  <a:pt x="796292" y="1638299"/>
                </a:moveTo>
                <a:lnTo>
                  <a:pt x="690384" y="1638299"/>
                </a:lnTo>
                <a:lnTo>
                  <a:pt x="639783" y="1625599"/>
                </a:lnTo>
                <a:lnTo>
                  <a:pt x="590369" y="1600199"/>
                </a:lnTo>
                <a:lnTo>
                  <a:pt x="542300" y="1587499"/>
                </a:lnTo>
                <a:lnTo>
                  <a:pt x="495733" y="1562099"/>
                </a:lnTo>
                <a:lnTo>
                  <a:pt x="450804" y="1536699"/>
                </a:lnTo>
                <a:lnTo>
                  <a:pt x="407686" y="1498599"/>
                </a:lnTo>
                <a:lnTo>
                  <a:pt x="366532" y="1473199"/>
                </a:lnTo>
                <a:lnTo>
                  <a:pt x="327498" y="1435099"/>
                </a:lnTo>
                <a:lnTo>
                  <a:pt x="290740" y="1396999"/>
                </a:lnTo>
                <a:lnTo>
                  <a:pt x="256413" y="1358899"/>
                </a:lnTo>
                <a:lnTo>
                  <a:pt x="224673" y="1320799"/>
                </a:lnTo>
                <a:lnTo>
                  <a:pt x="195674" y="1269999"/>
                </a:lnTo>
                <a:lnTo>
                  <a:pt x="210901" y="1257299"/>
                </a:lnTo>
                <a:lnTo>
                  <a:pt x="239247" y="1308099"/>
                </a:lnTo>
                <a:lnTo>
                  <a:pt x="270275" y="1346199"/>
                </a:lnTo>
                <a:lnTo>
                  <a:pt x="303831" y="1384299"/>
                </a:lnTo>
                <a:lnTo>
                  <a:pt x="339764" y="1422399"/>
                </a:lnTo>
                <a:lnTo>
                  <a:pt x="377919" y="1460499"/>
                </a:lnTo>
                <a:lnTo>
                  <a:pt x="418145" y="1485899"/>
                </a:lnTo>
                <a:lnTo>
                  <a:pt x="460288" y="1511299"/>
                </a:lnTo>
                <a:lnTo>
                  <a:pt x="504197" y="1549399"/>
                </a:lnTo>
                <a:lnTo>
                  <a:pt x="549722" y="1562099"/>
                </a:lnTo>
                <a:lnTo>
                  <a:pt x="596714" y="1587499"/>
                </a:lnTo>
                <a:lnTo>
                  <a:pt x="796292" y="1638299"/>
                </a:lnTo>
                <a:close/>
              </a:path>
              <a:path w="1747519" h="1739900">
                <a:moveTo>
                  <a:pt x="949583" y="1600199"/>
                </a:moveTo>
                <a:lnTo>
                  <a:pt x="755687" y="1600199"/>
                </a:lnTo>
                <a:lnTo>
                  <a:pt x="616200" y="1562099"/>
                </a:lnTo>
                <a:lnTo>
                  <a:pt x="571593" y="1536699"/>
                </a:lnTo>
                <a:lnTo>
                  <a:pt x="528174" y="1523999"/>
                </a:lnTo>
                <a:lnTo>
                  <a:pt x="486094" y="1498599"/>
                </a:lnTo>
                <a:lnTo>
                  <a:pt x="445507" y="1460499"/>
                </a:lnTo>
                <a:lnTo>
                  <a:pt x="406566" y="1435099"/>
                </a:lnTo>
                <a:lnTo>
                  <a:pt x="451485" y="1384299"/>
                </a:lnTo>
                <a:lnTo>
                  <a:pt x="493761" y="1409699"/>
                </a:lnTo>
                <a:lnTo>
                  <a:pt x="538202" y="1447799"/>
                </a:lnTo>
                <a:lnTo>
                  <a:pt x="584564" y="1473199"/>
                </a:lnTo>
                <a:lnTo>
                  <a:pt x="682082" y="1498599"/>
                </a:lnTo>
                <a:lnTo>
                  <a:pt x="732765" y="1523999"/>
                </a:lnTo>
                <a:lnTo>
                  <a:pt x="784371" y="1523999"/>
                </a:lnTo>
                <a:lnTo>
                  <a:pt x="836666" y="1536699"/>
                </a:lnTo>
                <a:lnTo>
                  <a:pt x="943574" y="1536699"/>
                </a:lnTo>
                <a:lnTo>
                  <a:pt x="949583" y="1600199"/>
                </a:lnTo>
                <a:close/>
              </a:path>
              <a:path w="1747519" h="1739900">
                <a:moveTo>
                  <a:pt x="943574" y="1536699"/>
                </a:moveTo>
                <a:lnTo>
                  <a:pt x="889411" y="1536699"/>
                </a:lnTo>
                <a:lnTo>
                  <a:pt x="942372" y="1523999"/>
                </a:lnTo>
                <a:lnTo>
                  <a:pt x="943574" y="1536699"/>
                </a:lnTo>
                <a:close/>
              </a:path>
              <a:path w="1747519" h="1739900">
                <a:moveTo>
                  <a:pt x="1133788" y="1701799"/>
                </a:moveTo>
                <a:lnTo>
                  <a:pt x="880136" y="1701799"/>
                </a:lnTo>
                <a:lnTo>
                  <a:pt x="928892" y="1689099"/>
                </a:lnTo>
                <a:lnTo>
                  <a:pt x="977471" y="1689099"/>
                </a:lnTo>
                <a:lnTo>
                  <a:pt x="1025729" y="1676399"/>
                </a:lnTo>
                <a:lnTo>
                  <a:pt x="1073534" y="1676399"/>
                </a:lnTo>
                <a:lnTo>
                  <a:pt x="1120752" y="1663699"/>
                </a:lnTo>
                <a:lnTo>
                  <a:pt x="1167252" y="1638299"/>
                </a:lnTo>
                <a:lnTo>
                  <a:pt x="1212901" y="1625599"/>
                </a:lnTo>
                <a:lnTo>
                  <a:pt x="1257567" y="1600199"/>
                </a:lnTo>
                <a:lnTo>
                  <a:pt x="1301118" y="1574799"/>
                </a:lnTo>
                <a:lnTo>
                  <a:pt x="1343421" y="1549399"/>
                </a:lnTo>
                <a:lnTo>
                  <a:pt x="1368411" y="1587499"/>
                </a:lnTo>
                <a:lnTo>
                  <a:pt x="1323810" y="1612899"/>
                </a:lnTo>
                <a:lnTo>
                  <a:pt x="1277908" y="1638299"/>
                </a:lnTo>
                <a:lnTo>
                  <a:pt x="1230845" y="1663699"/>
                </a:lnTo>
                <a:lnTo>
                  <a:pt x="1182759" y="1689099"/>
                </a:lnTo>
                <a:lnTo>
                  <a:pt x="1133788" y="1701799"/>
                </a:lnTo>
                <a:close/>
              </a:path>
              <a:path w="1747519" h="1739900">
                <a:moveTo>
                  <a:pt x="982964" y="1739899"/>
                </a:moveTo>
                <a:lnTo>
                  <a:pt x="777755" y="1739899"/>
                </a:lnTo>
                <a:lnTo>
                  <a:pt x="575885" y="1689099"/>
                </a:lnTo>
                <a:lnTo>
                  <a:pt x="526983" y="1663699"/>
                </a:lnTo>
                <a:lnTo>
                  <a:pt x="478983" y="1650999"/>
                </a:lnTo>
                <a:lnTo>
                  <a:pt x="498912" y="1612899"/>
                </a:lnTo>
                <a:lnTo>
                  <a:pt x="544483" y="1625599"/>
                </a:lnTo>
                <a:lnTo>
                  <a:pt x="590911" y="1650999"/>
                </a:lnTo>
                <a:lnTo>
                  <a:pt x="734028" y="1689099"/>
                </a:lnTo>
                <a:lnTo>
                  <a:pt x="782573" y="1689099"/>
                </a:lnTo>
                <a:lnTo>
                  <a:pt x="831320" y="1701799"/>
                </a:lnTo>
                <a:lnTo>
                  <a:pt x="1133788" y="1701799"/>
                </a:lnTo>
                <a:lnTo>
                  <a:pt x="982964" y="1739899"/>
                </a:lnTo>
                <a:close/>
              </a:path>
              <a:path w="1747519" h="1739900">
                <a:moveTo>
                  <a:pt x="901528" y="1650999"/>
                </a:moveTo>
                <a:lnTo>
                  <a:pt x="794523" y="1650999"/>
                </a:lnTo>
                <a:lnTo>
                  <a:pt x="742017" y="1638299"/>
                </a:lnTo>
                <a:lnTo>
                  <a:pt x="900901" y="1638299"/>
                </a:lnTo>
                <a:lnTo>
                  <a:pt x="901528" y="1650999"/>
                </a:lnTo>
                <a:close/>
              </a:path>
            </a:pathLst>
          </a:custGeom>
          <a:solidFill>
            <a:srgbClr val="83E3F7">
              <a:alpha val="2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430" y="3641025"/>
            <a:ext cx="149243" cy="1492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430" y="4182032"/>
            <a:ext cx="149243" cy="1492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6430" y="4723040"/>
            <a:ext cx="149243" cy="1492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6430" y="5264048"/>
            <a:ext cx="149243" cy="1492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6430" y="5805055"/>
            <a:ext cx="149243" cy="14924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6430" y="6346063"/>
            <a:ext cx="149243" cy="14924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6000" y="2799277"/>
            <a:ext cx="15405735" cy="44272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882650" marR="7781290" indent="-870585">
              <a:lnSpc>
                <a:spcPts val="4260"/>
              </a:lnSpc>
              <a:spcBef>
                <a:spcPts val="720"/>
              </a:spcBef>
            </a:pPr>
            <a:r>
              <a:rPr sz="4000" b="1" spc="70" dirty="0">
                <a:solidFill>
                  <a:srgbClr val="FFFFFF"/>
                </a:solidFill>
                <a:latin typeface="Trebuchet MS"/>
                <a:cs typeface="Trebuchet MS"/>
              </a:rPr>
              <a:t>SkillForge</a:t>
            </a:r>
            <a:r>
              <a:rPr sz="4000" b="1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rebuchet MS"/>
                <a:cs typeface="Trebuchet MS"/>
              </a:rPr>
              <a:t>provides: </a:t>
            </a:r>
            <a:r>
              <a:rPr sz="4000" b="1" spc="45" dirty="0">
                <a:solidFill>
                  <a:srgbClr val="FFFFFF"/>
                </a:solidFill>
                <a:latin typeface="Trebuchet MS"/>
                <a:cs typeface="Trebuchet MS"/>
              </a:rPr>
              <a:t>Personalized</a:t>
            </a:r>
            <a:r>
              <a:rPr sz="40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40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75" dirty="0">
                <a:solidFill>
                  <a:srgbClr val="FFFFFF"/>
                </a:solidFill>
                <a:latin typeface="Trebuchet MS"/>
                <a:cs typeface="Trebuchet MS"/>
              </a:rPr>
              <a:t>paths </a:t>
            </a:r>
            <a:r>
              <a:rPr sz="4000" b="1" spc="95" dirty="0">
                <a:solidFill>
                  <a:srgbClr val="FFFFFF"/>
                </a:solidFill>
                <a:latin typeface="Trebuchet MS"/>
                <a:cs typeface="Trebuchet MS"/>
              </a:rPr>
              <a:t>Automated</a:t>
            </a:r>
            <a:r>
              <a:rPr sz="4000" b="1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90" dirty="0">
                <a:solidFill>
                  <a:srgbClr val="FFFFFF"/>
                </a:solidFill>
                <a:latin typeface="Trebuchet MS"/>
                <a:cs typeface="Trebuchet MS"/>
              </a:rPr>
              <a:t>exam</a:t>
            </a:r>
            <a:r>
              <a:rPr sz="4000" b="1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creation </a:t>
            </a:r>
            <a:r>
              <a:rPr sz="4000" b="1" spc="95" dirty="0">
                <a:solidFill>
                  <a:srgbClr val="FFFFFF"/>
                </a:solidFill>
                <a:latin typeface="Trebuchet MS"/>
                <a:cs typeface="Trebuchet MS"/>
              </a:rPr>
              <a:t>Smart</a:t>
            </a:r>
            <a:r>
              <a:rPr sz="400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35" dirty="0">
                <a:solidFill>
                  <a:srgbClr val="FFFFFF"/>
                </a:solidFill>
                <a:latin typeface="Trebuchet MS"/>
                <a:cs typeface="Trebuchet MS"/>
              </a:rPr>
              <a:t>analytics</a:t>
            </a:r>
            <a:endParaRPr sz="4000">
              <a:latin typeface="Trebuchet MS"/>
              <a:cs typeface="Trebuchet MS"/>
            </a:endParaRPr>
          </a:p>
          <a:p>
            <a:pPr marL="882650" marR="6515100">
              <a:lnSpc>
                <a:spcPts val="4260"/>
              </a:lnSpc>
            </a:pPr>
            <a:r>
              <a:rPr sz="4000" b="1" spc="-10" dirty="0">
                <a:solidFill>
                  <a:srgbClr val="FFFFFF"/>
                </a:solidFill>
                <a:latin typeface="Trebuchet MS"/>
                <a:cs typeface="Trebuchet MS"/>
              </a:rPr>
              <a:t>Certificate</a:t>
            </a:r>
            <a:r>
              <a:rPr sz="40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rebuchet MS"/>
                <a:cs typeface="Trebuchet MS"/>
              </a:rPr>
              <a:t>generation</a:t>
            </a:r>
            <a:r>
              <a:rPr sz="4000" b="1" spc="100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4000" b="1" dirty="0">
                <a:solidFill>
                  <a:srgbClr val="FFFFFF"/>
                </a:solidFill>
                <a:latin typeface="Trebuchet MS"/>
                <a:cs typeface="Trebuchet MS"/>
              </a:rPr>
              <a:t>Motivation</a:t>
            </a:r>
            <a:r>
              <a:rPr sz="40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60" dirty="0">
                <a:solidFill>
                  <a:srgbClr val="FFFFFF"/>
                </a:solidFill>
                <a:latin typeface="Trebuchet MS"/>
                <a:cs typeface="Trebuchet MS"/>
              </a:rPr>
              <a:t>through</a:t>
            </a:r>
            <a:r>
              <a:rPr sz="40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75" dirty="0">
                <a:solidFill>
                  <a:srgbClr val="FFFFFF"/>
                </a:solidFill>
                <a:latin typeface="Trebuchet MS"/>
                <a:cs typeface="Trebuchet MS"/>
              </a:rPr>
              <a:t>leaderboards</a:t>
            </a:r>
            <a:endParaRPr sz="4000">
              <a:latin typeface="Trebuchet MS"/>
              <a:cs typeface="Trebuchet MS"/>
            </a:endParaRPr>
          </a:p>
          <a:p>
            <a:pPr marL="882650" marR="5080" indent="126364">
              <a:lnSpc>
                <a:spcPts val="4260"/>
              </a:lnSpc>
            </a:pPr>
            <a:r>
              <a:rPr sz="4000" b="1" spc="-5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400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95" dirty="0">
                <a:solidFill>
                  <a:srgbClr val="FFFFFF"/>
                </a:solidFill>
                <a:latin typeface="Trebuchet MS"/>
                <a:cs typeface="Trebuchet MS"/>
              </a:rPr>
              <a:t>reduces</a:t>
            </a:r>
            <a:r>
              <a:rPr sz="40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rebuchet MS"/>
                <a:cs typeface="Trebuchet MS"/>
              </a:rPr>
              <a:t>teacher</a:t>
            </a:r>
            <a:r>
              <a:rPr sz="40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80" dirty="0">
                <a:solidFill>
                  <a:srgbClr val="FFFFFF"/>
                </a:solidFill>
                <a:latin typeface="Trebuchet MS"/>
                <a:cs typeface="Trebuchet MS"/>
              </a:rPr>
              <a:t>workload</a:t>
            </a:r>
            <a:r>
              <a:rPr sz="40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12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40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70" dirty="0">
                <a:solidFill>
                  <a:srgbClr val="FFFFFF"/>
                </a:solidFill>
                <a:latin typeface="Trebuchet MS"/>
                <a:cs typeface="Trebuchet MS"/>
              </a:rPr>
              <a:t>improves</a:t>
            </a:r>
            <a:r>
              <a:rPr sz="40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55" dirty="0">
                <a:solidFill>
                  <a:srgbClr val="FFFFFF"/>
                </a:solidFill>
                <a:latin typeface="Trebuchet MS"/>
                <a:cs typeface="Trebuchet MS"/>
              </a:rPr>
              <a:t>student</a:t>
            </a:r>
            <a:r>
              <a:rPr sz="40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rebuchet MS"/>
                <a:cs typeface="Trebuchet MS"/>
              </a:rPr>
              <a:t>learning </a:t>
            </a:r>
            <a:r>
              <a:rPr sz="4000" b="1" spc="35" dirty="0">
                <a:solidFill>
                  <a:srgbClr val="FFFFFF"/>
                </a:solidFill>
                <a:latin typeface="Trebuchet MS"/>
                <a:cs typeface="Trebuchet MS"/>
              </a:rPr>
              <a:t>outcomes.</a:t>
            </a:r>
            <a:endParaRPr sz="4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582" y="4336338"/>
            <a:ext cx="3858895" cy="1826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800" spc="-705" dirty="0">
                <a:solidFill>
                  <a:srgbClr val="FFFFFF"/>
                </a:solidFill>
                <a:latin typeface="Arial Black"/>
                <a:cs typeface="Arial Black"/>
              </a:rPr>
              <a:t>YOU!</a:t>
            </a:r>
            <a:endParaRPr sz="118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3341" y="3097784"/>
            <a:ext cx="5461635" cy="1826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800" spc="-930" dirty="0">
                <a:solidFill>
                  <a:srgbClr val="83E3F7"/>
                </a:solidFill>
                <a:latin typeface="Arial Black"/>
                <a:cs typeface="Arial Black"/>
              </a:rPr>
              <a:t>THANK</a:t>
            </a:r>
            <a:endParaRPr sz="1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359</Words>
  <Application>Microsoft Office PowerPoint</Application>
  <PresentationFormat>Custom</PresentationFormat>
  <Paragraphs>57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SKILL FORGE</vt:lpstr>
      <vt:lpstr>INTRODUCTION</vt:lpstr>
      <vt:lpstr>PROBLEM STATEMENT</vt:lpstr>
      <vt:lpstr>Build a smart adaptive exam generator. Create dashboards for Admin, Teacher, Student.</vt:lpstr>
      <vt:lpstr>SYSTEM USERS</vt:lpstr>
      <vt:lpstr>SYSTEM ARCHITECTURE</vt:lpstr>
      <vt:lpstr>KEY FEATURES</vt:lpstr>
      <vt:lpstr>ADAPTIVE EXAM WORKFLOW</vt:lpstr>
      <vt:lpstr>AUTO-CREATED PDF CERTIFICATE STUDENT NAME + COURSE + SCORE</vt:lpstr>
      <vt:lpstr>LEADERBOARD SYSTEM</vt:lpstr>
      <vt:lpstr>TECHNOLOGIES USED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AI Technology Presentation</dc:title>
  <dc:creator>Shubham Ramdhiraj</dc:creator>
  <cp:keywords>DAG5-J1lg1o,BAGuYYf8yBY,0</cp:keywords>
  <cp:lastModifiedBy>SURYANSH DHAMA</cp:lastModifiedBy>
  <cp:revision>2</cp:revision>
  <dcterms:created xsi:type="dcterms:W3CDTF">2025-11-28T15:49:30Z</dcterms:created>
  <dcterms:modified xsi:type="dcterms:W3CDTF">2025-12-02T14:07:10Z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2025-11-28T00:00:00Z</vt:filetime>
  </property>
  <property fmtid="{D5CDD505-2E9C-101B-9397-08002B2CF9AE}" pid="5" name="Producer">
    <vt:lpwstr>3-Heights(TM) PDF Security Shell 4.8.25.2 (http://www.pdf-tools.com)</vt:lpwstr>
  </property>
</Properties>
</file>